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2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1:11.433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1 0 24575,'0'2'0,"1"-1"0,0 1 0,-1-1 0,1 1 0,0-1 0,0 1 0,0-1 0,0 1 0,0-1 0,0 0 0,0 0 0,1 1 0,-1-1 0,0 0 0,1 0 0,-1 0 0,1 0 0,-1-1 0,1 1 0,-1 0 0,3 0 0,9 6 0,343 215-195,238 144-675,12-32-78,-285-184 45,611 195-1,-500-224 897,447 65 0,-540-136-772,376 8 0,-651-57-2020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1:31.992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499 285 24575,'1'-2'0,"-1"1"0,0 0 0,1 0 0,-1 0 0,1 0 0,0 0 0,-1 1 0,1-1 0,0 0 0,-1 0 0,1 0 0,0 0 0,0 1 0,0-1 0,0 0 0,0 1 0,0-1 0,0 1 0,0-1 0,0 1 0,0-1 0,0 1 0,0 0 0,0 0 0,0-1 0,0 1 0,2 0 0,38-5 0,-33 5 0,236-10 0,-28 3 0,-164 3 0,-1-3 0,59-15 0,-5-8 0,-64 16 0,1 2 0,0 3 0,0 0 0,48-1 0,137 11 0,25 0 0,-224-4 0,-1-2 0,0 0 0,35-12 0,-35 8 0,1 2 0,0 1 0,34-3 0,339 6 0,-193 6 0,-168-5 0,63-11 0,21-2 0,108 14 0,-218 3 0,0 1 0,0 1 0,0 0 0,0 0 0,-1 1 0,0 1 0,18 11 0,-12-8 0,0 0 0,25 8 0,-13-7 0,93 23 0,-109-29 0,-1 1 0,0 0 0,0 1 0,-1 1 0,15 9 0,-13-8 0,0 0 0,1 0 0,23 7 0,-25-12 0,0-1 0,26 2 0,-31-5 0,-1 2 0,1-1 0,0 1 0,-1 1 0,1-1 0,-1 1 0,0 1 0,1 0 0,-1 0 0,8 5 0,-4-1 0,0 2 0,-1 0 0,0 0 0,-1 1 0,0 0 0,10 14 0,-16-19 0,0-1 0,0 0 0,0 1 0,0-1 0,1-1 0,-1 1 0,8 4 0,-11-8 0,0 1 0,0-1 0,0 1 0,0-1 0,0 1 0,-1-1 0,1 0 0,0 1 0,0-1 0,0 0 0,0 0 0,0 0 0,0 0 0,0 0 0,0 0 0,0 0 0,0 0 0,0 0 0,0-1 0,0 1 0,0 0 0,0 0 0,0-1 0,0 1 0,0-1 0,0 1 0,0-1 0,0 1 0,-1-1 0,1 0 0,0 1 0,0-1 0,-1 0 0,1 0 0,0 1 0,-1-1 0,1 0 0,-1 0 0,1 0 0,-1 0 0,0 0 0,1 0 0,-1 0 0,0 0 0,1 0 0,-1 0 0,0 0 0,0 0 0,0-1 0,1-3 0,-1 0 0,0 1 0,0-1 0,0 0 0,0 1 0,-1-1 0,0 0 0,0 1 0,-3-9 0,-20-46 0,11 29 0,8 18 0,0 0 0,-1 1 0,0 0 0,-1 0 0,0 0 0,-1 1 0,0 0 0,0 1 0,-1 0 0,-17-14 0,12 13 0,-1 1 0,0 0 0,-1 0 0,1 2 0,-2 0 0,-32-9 0,4 6 0,0 3 0,0 1 0,-1 2 0,1 3 0,-49 4 0,27 4 0,1 3 0,-90 25 0,97-20 0,25-7 0,1 1 0,0 2 0,1 2 0,1 1 0,0 1 0,1 1 0,-47 34 0,55-33 0,-2-1 0,0 0 0,-1-3 0,0 0 0,-1-1 0,0-1 0,-36 8 0,-120 19 0,103-25 0,-91 30 0,47-5 0,-161 30 0,149-38 0,81-17 0,-100 13 0,-262-21 0,220-8 0,-458 3 0,647 0 0,-1-1 0,0 0 0,1 0 0,-1 0 0,1-1 0,-1 0 0,1-1 0,0 1 0,0-1 0,0-1 0,0 0 0,1 0 0,-11-7 0,14 8 0,-1 0 0,1 0 0,0-1 0,0 1 0,0-1 0,0 0 0,1 0 0,0 0 0,-1 0 0,2 0 0,-1 0 0,0-1 0,1 1 0,-1-1 0,1 1 0,1-1 0,-1 1 0,1-1 0,-1 0 0,1 1 0,1-1 0,-1 0 0,1 1 0,0-6 0,3 0 0,0 0 0,0 1 0,1 0 0,0-1 0,1 1 0,0 1 0,0-1 0,1 1 0,10-9 0,14-21 0,-16 18 0,1-2 0,0 0 0,2 1 0,0 1 0,31-26 0,-41 40 0,1 1 0,0 1 0,0-1 0,0 1 0,1 1 0,16-4 0,61-10 0,-79 16 0,128-7 0,-106 9 0,-1-2 0,0-1 0,0-2 0,-1 0 0,35-11 0,-35 6 0,1 1 0,1 1 0,-1 1 0,1 2 0,60-1 0,-56 3 0,63-11 0,16-1 0,246 14 0,-246 15 0,20 1 0,-126-16 0,3 0 0,0 0 0,0 1 0,-1 1 0,1 0 0,11 3 0,-18-4 0,-1 0 0,1 0 0,0 1 0,-1-1 0,0 1 0,1-1 0,-1 1 0,0 0 0,0 0 0,0 0 0,0 0 0,0 0 0,0 0 0,-1 1 0,1-1 0,-1 1 0,0-1 0,1 1 0,-1-1 0,0 1 0,-1 0 0,1 0 0,0 3 0,2 18 0,-1 0 0,-1 0 0,-1 0 0,-1 0 0,-7 37 0,6-51 0,-1-1 0,0 0 0,0 0 0,-1 0 0,0 0 0,-1-1 0,0 0 0,-6 9 0,-55 60 0,22-28 0,-83 95 0,124-142 0,1 1 0,0-1 0,0 1 0,1 0 0,-1 0 0,1 0 0,-1 0 0,1 0 0,0 0 0,0 0 0,0 0 0,0 0 0,0 6 0,2-7 0,-1-1 0,1 1 0,-1-1 0,1 1 0,0-1 0,-1 1 0,1-1 0,0 1 0,0-1 0,0 0 0,0 1 0,0-1 0,1 0 0,-1 0 0,0 0 0,0 0 0,1 0 0,-1 0 0,1 0 0,-1-1 0,1 1 0,-1 0 0,1-1 0,-1 1 0,1-1 0,0 0 0,-1 1 0,1-1 0,2 0 0,19 3 0,0 0 0,1-2 0,-1 0 0,0-2 0,1 0 0,26-6 0,141-38 0,-137 30 0,104-32 0,-100 28 0,0 1 0,2 4 0,113-14 0,-163 28 0,1-1 0,0 0 0,-1-1 0,1 0 0,-1 0 0,0-1 0,1-1 0,-1 0 0,-1 0 0,11-7 0,-6 5 0,0 0 0,1 0 0,-1 2 0,1 0 0,0 0 0,19-1 0,-12 1 0,-1 0 0,22-8 0,18-7 0,90-16 0,-93 23 0,33-12 0,-57 14 0,0 2 0,0 1 0,39-3 0,-70 10 0,42-3 0,-1 2 0,1 1 0,67 11 0,-104-9 0,-1 0 0,1 0 0,-1 1 0,0 0 0,0 1 0,9 5 0,-15-8 0,0-1 0,0 1 0,0 0 0,-1-1 0,1 1 0,0 0 0,0 0 0,0 0 0,-1-1 0,1 1 0,-1 0 0,1 0 0,0 0 0,-1 0 0,0 0 0,1 0 0,-1 0 0,1 0 0,-1 1 0,0 1 0,0-2 0,-1 1 0,1-1 0,-1 0 0,0 0 0,0 1 0,0-1 0,1 0 0,-1 0 0,0 0 0,0 0 0,0 0 0,-1 0 0,1 0 0,0 0 0,0 0 0,0-1 0,-1 1 0,1 0 0,0-1 0,-1 1 0,-1 0 0,-26 9 0,1-2 0,-1 0 0,-38 3 0,35-5 0,-1 0 0,-48 17 0,51-11 0,-39 22 0,58-28 0,0 1 0,1 0 0,0 0 0,0 1 0,1 1 0,-13 14 0,20-21 0,0 0 0,0-1 0,1 1 0,-1 0 0,1 1 0,-1-1 0,1 0 0,0 0 0,0 1 0,0-1 0,0 0 0,0 1 0,1-1 0,-1 1 0,1-1 0,-1 1 0,1-1 0,0 1 0,0 0 0,0-1 0,0 1 0,1-1 0,-1 1 0,1-1 0,-1 1 0,1-1 0,0 1 0,0-1 0,0 0 0,0 1 0,1-1 0,-1 0 0,1 0 0,-1 0 0,1 0 0,0 0 0,-1 0 0,1-1 0,0 1 0,0 0 0,3 1 0,5 3 0,1 0 0,-1-1 0,1 0 0,0-1 0,0 0 0,1 0 0,17 2 0,11 1 0,0-2 0,1-1 0,72-4 0,-92-2 0,1 0 0,-1-1 0,-1-1 0,1-1 0,-1-1 0,0-1 0,0-1 0,0 0 0,18-12 0,12-16 0,-37 26 0,0 0 0,0 2 0,1-1 0,0 1 0,19-7 0,-21 12 0,-1-2 0,1 1 0,-1-1 0,-1-1 0,1 0 0,-1-1 0,14-10 0,-19 12 0,-1 1 0,0-1 0,0 0 0,0 0 0,-1 0 0,0-1 0,0 1 0,0-1 0,0 1 0,-1-1 0,0 0 0,0 0 0,-1 0 0,0-1 0,0 1 0,0-8 0,1-6 0,-1-1 0,-1 1 0,0-1 0,-2 1 0,-8-40 0,9 56 0,0 1 0,0 0 0,-1 0 0,1 0 0,-1 1 0,0-1 0,1 0 0,-1 1 0,0-1 0,-1 1 0,1-1 0,0 1 0,-1 0 0,1 0 0,-1 0 0,0 1 0,-3-3 0,1 2 0,0 0 0,0 1 0,-1-1 0,1 1 0,0 0 0,-1 1 0,1-1 0,0 1 0,-10 1 0,1 0 0,-1 2 0,1 0 0,0 1 0,0 0 0,0 1 0,-24 12 0,-90 54 0,4 5 0,3 6 0,-129 113 0,238-184 0,0-1 0,-1 0 0,0-1 0,0 0 0,-1-1 0,0-1 0,-1 0 0,1-1 0,-1 0 0,-1-2 0,1 1 0,-27 2 0,-15-3 0,-1 1 0,2 3 0,-1 3 0,-104 34 0,145-40 0,0-1 0,0 0 0,0-1 0,-31 2 0,-69-5 0,62-1 0,-1653-1 0,1694 2 0,-154-5 0,144 3 0,1-1 0,-1-2 0,0 0 0,1-1 0,-27-11 0,29 7 0,-34-24 0,36 22 0,0 1 0,-30-14 0,-1 5 0,24 8 0,0 1 0,-1 2 0,0 0 0,0 2 0,-40-6 0,49 12 0,-1-1 0,1 0 0,0-2 0,-20-6 0,32 8 0,1 0 0,-1 0 0,0 0 0,1-1 0,0 0 0,-1 0 0,1 0 0,0 0 0,1-1 0,-1 0 0,1 1 0,-1-1 0,1 0 0,0-1 0,1 1 0,-1 0 0,1-1 0,-4-9 0,-6-39 0,10 43 0,0 0 0,0 0 0,-1 0 0,0 0 0,-1 1 0,-4-10 0,-2 2 0,1-1 0,0 1 0,1-1 0,1-1 0,1 0 0,1 0 0,0 0 0,2 0 0,0-1 0,1 1 0,1-1 0,2-28 0,-1 45 0,1 0 0,0 0 0,0 0 0,0 0 0,0 0 0,1 0 0,-1 1 0,1-1 0,0 0 0,-1 1 0,1 0 0,0-1 0,0 1 0,1 0 0,-1 0 0,0 0 0,1 0 0,-1 0 0,1 1 0,0-1 0,-1 1 0,1 0 0,6-2 0,8-3 0,-1 2 0,1 0 0,20-3 0,-13 3 0,-3 0 0,50-10 0,2 2 0,134-4 0,-118 17-1365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1:47.194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96 0 24575,'-9'8'0,"5"-4"0,0 0 0,0-1 0,1 1 0,-1 1 0,1-1 0,0 0 0,0 1 0,0-1 0,1 1 0,0 0 0,-1 0 0,2 0 0,-3 7 0,-11 55 0,-9 101 0,20-94 0,7 111 0,-3-184 0,0 1 0,0-1 0,0 1 0,0 0 0,1-1 0,-1 1 0,1-1 0,-1 1 0,1-1 0,-1 1 0,1-1 0,0 1 0,-1-1 0,1 1 0,0-1 0,0 0 0,0 0 0,0 1 0,0-1 0,1 0 0,-1 0 0,3 2 0,-2-3 0,0 1 0,0-1 0,0 1 0,0-1 0,0 0 0,0 0 0,0 0 0,0 0 0,0 0 0,0 0 0,0-1 0,0 1 0,0-1 0,0 1 0,3-2 0,8-4 0,-1 0 0,1-1 0,-1 0 0,13-12 0,13-11 0,-1-2 0,-2-2 0,55-66 0,-46 42 0,68-115 0,-105 154 0,-7 19 0,0 0 0,0-1 0,0 1 0,0 0 0,0 0 0,-1 0 0,1 0 0,0 0 0,0-1 0,0 1 0,0 0 0,0 0 0,0 0 0,-1 0 0,1 0 0,0 0 0,0-1 0,0 1 0,0 0 0,-1 0 0,1 0 0,0 0 0,0 0 0,0 0 0,-1 0 0,1 0 0,0 0 0,0 0 0,0 0 0,-1 0 0,1 0 0,0 0 0,0 0 0,0 0 0,-1 0 0,1 0 0,0 0 0,0 0 0,0 1 0,0-1 0,-1 0 0,1 0 0,0 0 0,-30 19 0,-1 5 0,2 2 0,-38 44 0,30-30 0,-12 17 0,-73 110 0,98-132 0,20-29 0,-1 0 0,1 1 0,0-1 0,0 1 0,-5 12 0,9-18 0,-1 1 0,1 0 0,-1 0 0,1-1 0,0 1 0,0 0 0,0 0 0,0 0 0,0-1 0,0 1 0,0 0 0,0 0 0,1 0 0,-1-1 0,1 1 0,-1 0 0,1-1 0,0 1 0,0 0 0,0-1 0,0 1 0,0-1 0,0 1 0,0-1 0,2 2 0,1 0 0,1 1 0,0-1 0,0 0 0,0 0 0,1-1 0,-1 0 0,1 0 0,-1 0 0,1 0 0,0-1 0,-1 0 0,1 0 0,0-1 0,0 0 0,0 0 0,11-1 0,4-1 0,-1-1 0,1-1 0,32-11 0,-19 2 0,0-1 0,-1-2 0,46-29 0,88-72 0,-99 68 0,-17 13 0,83-77 0,-119 94 0,-16 19 0,0 0 0,0 0 0,0 0 0,0 0 0,0 1 0,0-1 0,0 0 0,0 0 0,0 1 0,0-1 0,0 1 0,0-1 0,1 1 0,-1-1 0,0 1 0,0-1 0,0 1 0,1 0 0,-1-1 0,0 1 0,0 1 0,-158 128 0,16-12 0,112-94 0,-289 204 0,275-199 0,-53 45 0,74-49 0,24-25 0,-1 0 0,1 0 0,0 1 0,0-1 0,0 0 0,-1 0 0,1 0 0,0 0 0,0 1 0,0-1 0,-1 0 0,1 0 0,0 1 0,0-1 0,0 0 0,0 0 0,0 1 0,0-1 0,0 0 0,-1 1 0,1-1 0,0 0 0,0 0 0,0 1 0,0-1 0,0 0 0,0 1 0,0-1 0,0 0 0,1 0 0,-1 1 0,0-1 0,0 0 0,0 1 0,0-1 0,0 0 0,0 0 0,0 1 0,1-1 0,-1 0 0,0 0 0,0 0 0,0 1 0,1-1 0,-1 0 0,0 0 0,0 0 0,1 1 0,-1-1 0,0 0 0,0 0 0,1 0 0,-1 0 0,0 0 0,0 0 0,1 0 0,-1 0 0,0 0 0,1 0 0,-1 0 0,0 0 0,1 0 0,-1 0 0,0 0 0,1 0 0,21-6 0,61-35 0,83-58 0,-150 89 0,158-109 0,199-178 0,-335 265 0,18-9 0,-43 33 0,-1-1 0,1 0 0,-1 0 0,-1-2 0,0 1 0,0-1 0,-1-1 0,12-19 0,-22 31 0,0 1 0,0-1 0,0 0 0,0 0 0,-1 0 0,1 0 0,0 0 0,0-1 0,0 1 0,0 0 0,0 0 0,-1 0 0,1 0 0,0 0 0,0 0 0,0 0 0,0 0 0,0 0 0,-1 0 0,1 0 0,0 0 0,0-1 0,0 1 0,0 0 0,0 0 0,0 0 0,0 0 0,0 0 0,0 0 0,-1-1 0,1 1 0,0 0 0,0 0 0,0 0 0,0 0 0,0 0 0,0-1 0,0 1 0,0 0 0,0 0 0,0 0 0,0 0 0,0 0 0,0-1 0,0 1 0,0 0 0,0 0 0,0 0 0,0 0 0,0 0 0,1-1 0,-1 1 0,0 0 0,0 0 0,0 0 0,0 0 0,0 0 0,0 0 0,0-1 0,0 1 0,1 0 0,-16 9 0,-19 23 0,1 1 0,-47 61 0,48-55 0,-84 107 0,-102 168 0,185-264 0,21-34 0,0 2 0,1-1 0,1 2 0,0-1 0,2 1 0,-8 24 0,15-42 0,1 0 0,0 0 0,0 0 0,0 0 0,-1 0 0,1 0 0,0 0 0,0 0 0,0 0 0,0 0 0,1 0 0,-1 0 0,0 0 0,0 0 0,1 0 0,-1-1 0,1 3 0,-1-3 0,1 0 0,-1 1 0,1-1 0,-1 0 0,0 1 0,1-1 0,-1 0 0,1 1 0,-1-1 0,1 0 0,0 0 0,-1 0 0,1 0 0,-1 0 0,1 1 0,-1-1 0,1 0 0,-1 0 0,1 0 0,-1 0 0,1-1 0,0 1 0,34-13 0,-30 10 0,64-35 0,109-79 0,-100 62 0,79-57 0,-127 87 0,0-1 0,48-55 0,-69 70 0,14-15 0,-1-2 0,-1 0 0,-1-1 0,21-44 0,-40 71 0,0 1 0,0-1 0,-1 1 0,1-1 0,0 1 0,-1-1 0,0 1 0,1-1 0,-1 1 0,0-1 0,0 1 0,0-1 0,0 0 0,0 1 0,0-1 0,0 1 0,-1-4 0,0 5 0,1 0 0,-1-1 0,1 1 0,-1-1 0,1 1 0,-1 0 0,0 0 0,1-1 0,-1 1 0,0 0 0,1 0 0,-1 0 0,0 0 0,1 0 0,-1-1 0,0 1 0,1 0 0,-1 1 0,0-1 0,1 0 0,-1 0 0,0 0 0,1 0 0,-1 0 0,0 1 0,1-1 0,-2 1 0,-6 3 0,-1 0 0,0 1 0,1 0 0,-13 10 0,-17 18 0,1 1 0,1 3 0,-34 44 0,-84 131 0,131-179 0,2 1 0,1 0 0,-25 61 0,43-91 0,1 0 0,0 1 0,0-1 0,0 0 0,0 1 0,0-1 0,1 0 0,0 1 0,0-1 0,1 9 0,0-11 0,0 0 0,-1 0 0,1 0 0,0-1 0,0 1 0,0 0 0,0 0 0,0-1 0,1 1 0,-1-1 0,0 1 0,1-1 0,-1 0 0,1 1 0,0-1 0,-1 0 0,1 0 0,0 0 0,0 0 0,-1 0 0,1-1 0,0 1 0,0 0 0,0-1 0,2 1 0,6 0 0,0 0 0,0-1 0,0 0 0,0 0 0,0-1 0,0 0 0,0-1 0,0 0 0,0-1 0,-1 0 0,1-1 0,14-7 0,14-9 0,56-37 0,-90 54 0,59-40 0,-2-3 0,-1-3 0,-3-3 0,76-88 0,-131 138 0,3-4 0,0 0 0,0 0 0,-1 0 0,1 0 0,-1-1 0,-1 0 0,1 0 0,2-10 0,-5-3 0,-1 19 0,0 0 0,-1-1 0,1 1 0,0-1 0,0 1 0,1-1 0,-1 1 0,0-1 0,0 1 0,1-1 0,-1 1 0,1 0 0,0-2 0,40-76 0,71-101 0,-48 82 0,-55 77 0,-9 21 0,0 0 0,0-1 0,0 1 0,0 0 0,0 0 0,0 0 0,0-1 0,0 1 0,0 0 0,0 0 0,0 0 0,-1-1 0,1 1 0,0 0 0,0 0 0,0 0 0,0 0 0,0-1 0,0 1 0,-1 0 0,1 0 0,0 0 0,0 0 0,0 0 0,0 0 0,-1 0 0,1-1 0,0 1 0,0 0 0,0 0 0,-1 0 0,1 0 0,0 0 0,0 0 0,0 0 0,-1 0 0,1 0 0,0 0 0,0 0 0,0 0 0,-1 0 0,1 0 0,0 0 0,0 0 0,-1 1 0,-4 0 0,1 1 0,-1 0 0,0 1 0,1-1 0,-9 7 0,-9 6 0,1 1 0,0 1 0,2 1 0,0 1 0,1 0 0,0 2 0,2 0 0,1 1 0,0 0 0,2 1 0,1 1 0,0 0 0,2 1 0,1 0 0,1 0 0,1 1 0,1 0 0,1 0 0,-2 42 0,6-51 0,1 0 0,1 1 0,0-1 0,2 0 0,0 0 0,0-1 0,8 20 0,-9-30 0,1 1 0,0 0 0,1-1 0,0 0 0,0 0 0,0 0 0,1 0 0,-1-1 0,1 0 0,1 1 0,-1-2 0,1 1 0,0-1 0,0 0 0,0 0 0,0 0 0,1-1 0,-1 0 0,9 2 0,5 1 0,0-1 0,0-1 0,0-1 0,1-1 0,-1 0 0,1-2 0,-1 0 0,23-4 0,-14 0 0,1-2 0,-1-1 0,-1-2 0,0 0 0,29-15 0,-12 2 0,-2-3 0,-1-1 0,0-2 0,-3-2 0,0-2 0,48-51 0,-61 56 0,-1-1 0,-2-2 0,25-38 0,-41 56 0,-1 0 0,1 0 0,-2-1 0,0 1 0,-1-1 0,0 0 0,-1-1 0,0 1 0,-1-1 0,0 1 0,-1-1 0,-1-14 0,-1 23 0,1 0 0,-1 1 0,0-1 0,0 0 0,0 1 0,0-1 0,-1 1 0,0-1 0,0 1 0,0 0 0,-1 0 0,1 0 0,-1 0 0,0 0 0,0 1 0,0-1 0,-5-3 0,2 3 0,1 0 0,-1 1 0,0 0 0,0 0 0,0 0 0,0 1 0,-1 0 0,1 0 0,-1 0 0,1 1 0,-8 0 0,-2 0 0,1 1 0,0 0 0,-1 1 0,1 1 0,0 0 0,0 2 0,0-1 0,0 2 0,1 0 0,-15 7 0,5 2 0,1 1 0,0 2 0,2 0 0,0 1 0,0 1 0,2 1 0,1 0 0,0 2 0,1 0 0,2 1 0,0 1 0,2 0 0,-16 37 0,21-39 0,1 0 0,-5 24 0,11-39 0,-1 0 0,1 1 0,1 0 0,0-1 0,0 1 0,0-1 0,1 1 0,0 0 0,3 13 0,-3-19 0,0 0 0,0 0 0,0 0 0,0 0 0,0 0 0,1 0 0,-1 0 0,0 0 0,1-1 0,-1 1 0,1 0 0,0-1 0,0 0 0,-1 1 0,1-1 0,0 0 0,0 0 0,0 0 0,0 0 0,3 1 0,-1-1 0,1 0 0,-1-1 0,1 1 0,-1-1 0,1 0 0,-1 0 0,1 0 0,-1-1 0,8-1 0,1-1 0,-1-1 0,0 0 0,1-1 0,-2-1 0,1 0 0,11-8 0,0-3 0,0-1 0,-2-1 0,0-1 0,-1-1 0,-1-1 0,29-44 0,-28 36 0,-2-2 0,-2 0 0,-1-1 0,22-67 0,-26 45 0,-10 52 0,-1-1 0,0 0 0,0 1 0,0-1 0,0 0 0,0 1 0,-1-1 0,0 1 0,0-1 0,0 1 0,-2-6 0,3 8 0,-1 1 0,1-1 0,-1 0 0,1 1 0,-1-1 0,1 0 0,-1 1 0,1-1 0,-1 1 0,1-1 0,-1 1 0,0-1 0,1 1 0,-1-1 0,0 1 0,0 0 0,1-1 0,-1 1 0,0 0 0,0-1 0,1 1 0,-1 0 0,0 0 0,0 0 0,-1 0 0,0 0 0,0 1 0,0-1 0,0 1 0,0-1 0,0 1 0,0 0 0,0 0 0,0 0 0,0 0 0,-1 2 0,-5 3 0,1 0 0,0 1 0,-9 10 0,-5 10 0,2 0 0,1 1 0,1 1 0,1 0 0,2 1 0,0 1 0,3 0 0,0 1 0,2 0 0,-7 56 0,15-82 0,0-1 0,1 1 0,-1 0 0,2-1 0,-1 1 0,0 0 0,1-1 0,0 1 0,1-1 0,-1 1 0,1-1 0,4 10 0,-4-12 0,1 0 0,-1-1 0,0 1 0,1-1 0,-1 1 0,1-1 0,0 0 0,0 0 0,0 0 0,0 0 0,0-1 0,0 1 0,0-1 0,1 0 0,-1 0 0,0 0 0,1 0 0,-1-1 0,1 1 0,-1-1 0,7 0 0,31 1 0,0-3 0,0-1 0,-1-2 0,1-1 0,-1-2 0,-1-2 0,0-2 0,0-2 0,42-20 0,-39 12 0,-2-1 0,0-2 0,-2-1 0,-1-3 0,-1-1 0,-1-1 0,51-62 0,-78 84 0,36-49 0,-41 54 0,-1 0 0,0 0 0,0 0 0,0 0 0,-1 0 0,1 0 0,-1 0 0,0 0 0,0 0 0,-1-1 0,1 1 0,-1 0 0,0-8 0,-1 10 0,1 0 0,-1 1 0,1-1 0,-1 0 0,0 0 0,0 0 0,0 1 0,0-1 0,0 0 0,0 1 0,0-1 0,0 1 0,-1 0 0,1-1 0,-1 1 0,1 0 0,-1 0 0,1 0 0,-1 0 0,0 0 0,0 0 0,1 0 0,-1 0 0,-3 0 0,-3-1 0,-1 0 0,0 0 0,-17 0 0,21 1 0,-18 1 0,-1 0 0,0 1 0,1 1 0,0 2 0,-1 0 0,-40 14 0,-132 63 0,93-35 0,-236 75 0,307-111 0,-1 1 0,1 2 0,1 1 0,0 1 0,1 2 0,1 1 0,-38 31 0,40-27 0,11-10 0,0 1 0,-23 26 0,35-33 0,-1 0 0,1 0 0,0 0 0,0 1 0,1 0 0,0-1 0,0 1 0,0 1 0,1-1 0,-2 14 0,1 14 0,3-30 0,1 1 0,-2-1 0,1 0 0,-1 0 0,1 1 0,-1-1 0,-1 0 0,1 0 0,-1 0 0,0 0 0,0 0 0,0 0 0,-1-1 0,-6 9 0,-14 9 0,-2-2 0,0-1 0,-2-1 0,0-1 0,-32 14 0,9-3 0,-3-1 0,39-21 0,0 1 0,0 0 0,0 1 0,1 1 0,1 0 0,-21 19 0,32-28 0,1 0 0,-1 1 0,1-1 0,-1 1 0,1-1 0,-1 1 0,1-1 0,0 1 0,-1-1 0,1 1 0,0-1 0,-1 1 0,1 0 0,0-1 0,0 1 0,-1 0 0,1-1 0,0 1 0,0-1 0,0 1 0,0 0 0,0-1 0,0 1 0,0 0 0,0-1 0,0 1 0,0 0 0,1-1 0,-1 1 0,0 0 0,0-1 0,0 1 0,1 0 0,-1-1 0,0 1 0,1-1 0,-1 1 0,1-1 0,-1 1 0,0-1 0,1 1 0,-1-1 0,1 1 0,0-1 0,-1 0 0,1 1 0,-1-1 0,1 0 0,-1 1 0,1-1 0,0 0 0,-1 0 0,1 0 0,0 0 0,-1 1 0,1-1 0,1 0 0,45 5 0,-43-5 0,57 0 0,0-3 0,-1-2 0,1-3 0,-1-2 0,94-29 0,108-24 0,-107 29 0,-123 24 0,51-21 0,19-7 0,197-35 0,-229 60 0,1 3 0,92 0 0,-151 10 0,26 0 0,0-1 0,1-2 0,47-10 0,-59 8 0,0 2 0,1 1 0,42 2 0,-47 1 0,0 0 0,0-2 0,0-1 0,-1-1 0,37-9 0,-10-7 0,-37 14 0,1 0 0,0 0 0,0 1 0,0 1 0,15-3 0,-14 4 0,1 0 0,-1-1 0,1-1 0,-1 0 0,0-1 0,0-1 0,19-11 0,-27 14 0,0-1 0,0 0 0,0 0 0,-1-1 0,0 1 0,0-1 0,0 0 0,0-1 0,-1 1 0,0-1 0,0 0 0,0 0 0,-1 0 0,0 0 0,0-1 0,0 0 0,-1 1 0,2-8 0,-4 10 0,1 0 0,-1 0 0,0 0 0,0 0 0,0 0 0,-1 0 0,1 0 0,-1 0 0,0 0 0,0 0 0,0 1 0,-1-1 0,1 0 0,-1 1 0,-2-5 0,0 3 0,-1-1 0,1 1 0,-1 0 0,0 0 0,0 0 0,0 0 0,-1 1 0,-6-4 0,0 0 0,-1 2 0,0 0 0,0 0 0,-1 1 0,1 0 0,-1 2 0,-27-5 0,-30 4 0,-100 6 0,43 2 0,102-4 0,-119 6 0,131-5 0,-1 2 0,1 0 0,-1 1 0,1 0 0,0 1 0,0 0 0,-19 12 0,31-17 0,1 1 0,0-1 0,0 1 0,0 0 0,0-1 0,0 1 0,-1 0 0,1 0 0,1 0 0,-1 0 0,0-1 0,0 1 0,0 1 0,0-1 0,1 0 0,-1 0 0,0 0 0,1 0 0,-1 0 0,1 1 0,0-1 0,-1 0 0,1 0 0,0 1 0,0-1 0,-1 0 0,1 0 0,0 1 0,0-1 0,1 0 0,-1 1 0,0-1 0,0 0 0,1 0 0,-1 1 0,0-1 0,1 0 0,-1 0 0,1 0 0,0 0 0,-1 1 0,1-1 0,0 0 0,1 1 0,2 2 0,0 1 0,1-1 0,0 0 0,0 0 0,0 0 0,1-1 0,-1 1 0,7 2 0,12 3 0,1 0 0,0-1 0,0-2 0,1 0 0,30 2 0,133 0 0,-147-11 0,-1-1 0,1-2 0,-1-2 0,63-20 0,-92 24 0,0 1 0,0 0 0,0 1 0,0 0 0,18 1 0,-24 1 0,-1 0 0,0 1 0,0 0 0,0 0 0,1 0 0,-1 1 0,0 0 0,-1 0 0,1 0 0,0 0 0,0 1 0,-1 0 0,0 0 0,1 0 0,3 4 0,64 71 0,-47-49 0,43 38 0,-40-42 0,39 46 0,-66-70 0,0 0 0,0 0 0,0 0 0,0 0 0,0 1 0,0-1 0,-1 0 0,1 0 0,0 1 0,-1-1 0,1 0 0,-1 1 0,1-1 0,-1 1 0,1-1 0,-1 1 0,0-1 0,0 1 0,0-1 0,0 1 0,0-1 0,0 0 0,0 1 0,-1-1 0,1 1 0,0-1 0,-1 1 0,1-1 0,-1 0 0,1 1 0,-1-1 0,0 0 0,0 1 0,0-1 0,1 0 0,-1 0 0,0 0 0,0 0 0,-1 0 0,1 0 0,0 0 0,0 0 0,0 0 0,-1-1 0,-1 2 0,-7 3 0,0-1 0,1 0 0,-2 0 0,1-1 0,-13 2 0,-37 5 0,-108 4 0,100-11 0,-76 14 0,87-5 0,0 2 0,-86 34 0,127-42 0,-1-1 0,0-1 0,1 0 0,-2-1 0,-27 1 0,-90-6 0,53-1 0,72 3 0,-3 0 0,11 0 0,8 0 0,52-5 0,0-1 0,99-26 0,-146 29 0,149-28 0,71-18 0,-194 39 0,-1-2 0,0-1 0,68-36 0,-98 45 0,1 0 0,-1 0 0,0-1 0,0 1 0,-1-1 0,1-1 0,-1 1 0,0-1 0,-1 0 0,1 0 0,-1 0 0,-1 0 0,1-1 0,-1 0 0,4-9 0,-3 1 0,-1-1 0,0 1 0,-1-1 0,-1 0 0,-1 0 0,-1-17 0,0-9 0,2 1 0,2-1 0,9-51 0,1-18 0,-4 120 0,0 1 0,14 22 0,-21-29 0,43 62 0,47 61 0,-83-115 0,0 0 0,-1 1 0,0 1 0,8 17 0,-15-29 0,-1-1 0,0 1 0,1 0 0,-1 0 0,0 0 0,0 0 0,0 0 0,0-1 0,0 1 0,0 0 0,0 0 0,0 0 0,0 0 0,0 0 0,0 0 0,-1 0 0,1-1 0,0 1 0,0 0 0,-1 0 0,1 0 0,-1-1 0,1 1 0,-1 0 0,1 0 0,-1-1 0,1 1 0,-1 0 0,0-1 0,1 1 0,-1-1 0,0 1 0,0-1 0,0 1 0,-35 13 0,21-9 0,-27 13 0,-51 30 0,53-25 0,-61 24 0,6-17 0,-105 20 0,-50 15 0,229-58 0,-9 3 0,-1 0 0,0-2 0,0-1 0,-56 5 0,0-9 0,-92-9 0,106-8 0,53 9 0,1 1 0,-24-2 0,-7 4 0,-1 3 0,1 2 0,-76 14 0,-142 48 0,228-53-341,-2-2 0,1-2-1,-72 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00.088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302 221 24575,'-11'10'0,"-1"-1"0,-22 14 0,2-1 0,12-6 0,0 1 0,2 1 0,0 1 0,1 0 0,0 1 0,2 1 0,1 0 0,-14 27 0,20-32 0,0 1 0,1 0 0,0 1 0,-7 36 0,14-54 0,-1 1 0,1 0 0,0-1 0,0 1 0,0 0 0,0-1 0,0 1 0,0 0 0,0 0 0,0-1 0,0 1 0,0 0 0,0-1 0,0 1 0,0 0 0,1-1 0,-1 1 0,0 0 0,1-1 0,-1 1 0,0 0 0,1-1 0,-1 1 0,0-1 0,1 1 0,-1-1 0,1 1 0,-1-1 0,1 1 0,1 0 0,-1-1 0,0 0 0,1 0 0,-1 0 0,1 0 0,-1 0 0,1 0 0,-1 0 0,1 0 0,-1 0 0,1-1 0,-1 1 0,0-1 0,3 0 0,47-29 0,-50 28 0,95-75 0,-32 22 0,-20 21 0,-2-2 0,-1-2 0,-2-2 0,-1-1 0,33-50 0,4-6 0,-58 75 0,-16 21 0,0-1 0,1 1 0,-1 0 0,0-1 0,0 1 0,1 0 0,-1 0 0,0 0 0,1 0 0,-1 0 0,4-1 0,-5 2 0,0 0 0,1 0 0,-1 0 0,0 0 0,1 0 0,-1 0 0,0 0 0,1 0 0,-1 0 0,0 0 0,1 0 0,-1 0 0,0 0 0,1 1 0,-1-1 0,0 0 0,1 0 0,-1 0 0,0 0 0,0 1 0,1-1 0,-1 0 0,0 0 0,0 1 0,1-1 0,-1 0 0,0 0 0,0 1 0,0-1 0,1 0 0,-1 1 0,0-1 0,0 0 0,0 1 0,1 3 0,-1-1 0,1 0 0,-1 1 0,0-1 0,0 1 0,0-1 0,-1 1 0,1-1 0,-1 0 0,0 1 0,-1 3 0,-13 33 0,-2-1 0,-1-1 0,-34 53 0,-79 99 0,128-185 0,1-3 0,-1 2 0,-1 0 0,1 0 0,0 0 0,1 1 0,-1-1 0,1 1 0,-1-1 0,2 1 0,-1 0 0,0 0 0,1 0 0,0 0 0,0 0 0,0 0 0,1 7 0,0-6 0,-1 1 0,0 0 0,0 0 0,0-1 0,-1 1 0,0 0 0,0-1 0,-5 10 0,-5 19 0,11-32 0,0-1 0,1 0 0,0 0 0,-1 1 0,1-1 0,0 0 0,0 0 0,0 1 0,1-1 0,-1 0 0,0 0 0,1 1 0,0-1 0,-1 0 0,1 0 0,0 0 0,0 0 0,0 0 0,0 0 0,1 0 0,-1 0 0,0 0 0,1-1 0,-1 1 0,1 0 0,0-1 0,0 1 0,-1-1 0,1 0 0,0 0 0,4 2 0,4 2 0,-1-1 0,2-1 0,-1 0 0,0 0 0,18 2 0,74 4 0,1-3 0,148-12 0,-223 4 0,37-3 0,-1-4 0,-1-3 0,0-2 0,61-23 0,35-3 0,-97 27 0,65-24 0,-108 31 0,0 1 0,0 0 0,0 2 0,37-2 0,82 6 0,-55 2 0,474-3 0,-523 1 0,64 13 0,13 1 0,248-13 0,-184-4 0,-153 1 0,-1-1 0,41-10 0,-38 7 0,44-5 0,-48 10 0,0-2 0,0 0 0,0-2 0,0 0 0,-1-1 0,0 0 0,36-17 0,-51 19 0,0 0 0,0 0 0,0 0 0,0-1 0,0 1 0,-1-1 0,0 0 0,1 0 0,-1 0 0,-1 0 0,3-5 0,20-54 0,-3 5 0,-19 53 0,0-1 0,0 1 0,-1-1 0,0 0 0,0 0 0,0 0 0,-1 0 0,0-1 0,0 1 0,0-9 0,-2 12 0,1 0 0,-1 0 0,0 0 0,0 0 0,0 0 0,0 0 0,-1 0 0,1 0 0,-1 1 0,1-1 0,-1 1 0,0-1 0,0 1 0,0 0 0,-1-1 0,1 1 0,0 0 0,-1 0 0,0 1 0,1-1 0,-1 1 0,0-1 0,-4-1 0,-11-3 0,-1 0 0,1 1 0,-1 1 0,0 1 0,0 0 0,-1 1 0,1 2 0,-20 1 0,-2-2 0,-978 15 0,990-12 0,-146 13 0,147-11 0,0 1 0,1 2 0,-1 1 0,-29 13 0,28-10 0,0-1 0,0-2 0,-1-1 0,0-1 0,-49 3 0,-159-6 0,138-5 0,44 2 0,-579 17 0,602-14 0,-18 1 0,1 1 0,-1 3 0,2 2 0,-65 22 0,17 3 0,90-29 0,14-3 0,21-1 0,-25-2 0,38 0 0,0-1 0,66-10 0,-85 7 0,0-2 0,0 0 0,-1-1 0,0-1 0,0-1 0,29-18 0,-31 16 0,98-54 0,-102 59 0,1-1 0,0 2 0,1 0 0,-1 1 0,1 1 0,17-1 0,290 1 0,-64 4 0,-205-4 0,-1-2 0,93-22 0,-82 6 0,-60 19 0,0 0 0,0-1 0,-1 1 0,1-1 0,-1 0 0,1 0 0,-1-1 0,0 0 0,5-5 0,-8 7 0,0 1 0,0 0 0,0-1 0,-1 1 0,1-1 0,0 1 0,-1-1 0,1 1 0,-1-1 0,1 0 0,-1 1 0,0-1 0,1 0 0,-1 1 0,0-1 0,0 0 0,0 1 0,-1-1 0,1 0 0,0 1 0,-1-1 0,1 0 0,-1 1 0,1-1 0,-1 1 0,0-1 0,0 1 0,1-1 0,-1 1 0,0 0 0,0-1 0,0 1 0,-1 0 0,1 0 0,-2-2 0,-2-1 0,-1-1 0,0 1 0,0 0 0,-1 0 0,1 0 0,-14-4 0,-5 0 0,-1 0 0,0 2 0,0 1 0,-33-2 0,-112 1 0,131 6 0,-710 7 0,679-1 0,1 4 0,-80 21 0,90-17 0,-2-2 0,0-2 0,-82 1 0,127-12 0,-17 0 0,31 3 0,21 1 0,66 9 0,93 2 0,90-12 0,-154-3 0,66 3 0,308-6 0,-412-3 0,0-4 0,106-28 0,-30 5 0,-117 27 0,-16 2 0,1 1 0,-1 1 0,1 1 0,-1 1 0,22 1 0,-36 1 0,-1-1 0,1 1 0,-1 0 0,0 1 0,1-1 0,-1 0 0,0 1 0,0 0 0,0 0 0,0 0 0,0 0 0,0 0 0,-1 1 0,1-1 0,-1 1 0,1 0 0,-1 0 0,0 0 0,0 0 0,0 0 0,-1 0 0,1 0 0,1 6 0,4 9 0,-2 0 0,-1 0 0,4 26 0,-4-18 0,23 91 0,8 51 0,-35-165 0,1 0 0,0 1 0,-1-1 0,0 0 0,0 0 0,0 1 0,0-1 0,-1 0 0,1 0 0,-1 0 0,1 0 0,-1 1 0,0-1 0,-1 0 0,1 0 0,0-1 0,-1 1 0,0 0 0,-1 3 0,-1-4 0,1 1 0,-1-1 0,1 1 0,-1-1 0,0 0 0,0-1 0,0 1 0,0-1 0,0 1 0,0-1 0,0 0 0,0-1 0,-1 1 0,-3-1 0,-131 8 0,-14 1 0,-7 24 0,119-22 0,0-2 0,-1-1 0,-74 3 0,97-11 0,3 0 0,-1 0 0,1-1 0,-32-6 0,36 0 0,15 2 0,24-2 0,276-5 0,-206 13 0,130-16 0,-177 8 0,0-2 0,-1-2 0,0-2 0,-1-2 0,68-32 0,-100 40 0,1 0 0,-1 2 0,1-1 0,0 2 0,1 0 0,34-2 0,108 7 0,-67 3 0,627-4 0,-672-3 0,66-10 0,-66 5 0,57 0 0,-85 5 0,-27-2 0,-37-5 0,-103 0 0,-227 13 0,337-1 0,-69 14 0,94-14 0,0 2 0,0 0 0,0 0 0,0 1 0,1 0 0,0 1 0,0 1 0,0 0 0,-12 10 0,-16 15 0,-2-3 0,-48 27 0,33-21 0,43-27 0,0-2 0,-1 1 0,1-2 0,-1 1 0,-19 3 0,-76 11 0,43-9 0,-21 6 0,-124 41 0,192-48 0,19-10 0,0 1 0,0-1 0,0 0 0,0 0 0,0 0 0,0 1 0,0-1 0,0 0 0,0 0 0,0 0 0,0 1 0,0-1 0,0 0 0,0 0 0,0 0 0,0 1 0,0-1 0,0 0 0,1 0 0,-1 0 0,0 1 0,0-1 0,0 0 0,0 0 0,0 0 0,0 0 0,1 0 0,-1 1 0,0-1 0,0 0 0,0 0 0,1 0 0,-1 0 0,0 0 0,0 0 0,0 0 0,0 0 0,1 0 0,-1 0 0,0 1 0,0-1 0,0 0 0,1 0 0,37 4 0,385-3 0,-188-3 0,-191 0 0,1-2 0,-1-1 0,0-3 0,0-1 0,-1-2 0,49-20 0,-70 24 0,1 2 0,0 0 0,0 2 0,30-2 0,44-6 0,76-39 0,-133 35 0,1 2 0,0 2 0,1 2 0,55-5 0,-91 14 0,1 0 0,0-1 0,-1 0 0,1 0 0,-1-1 0,1 1 0,7-4 0,-11 3 0,-1 1 0,0-1 0,0 1 0,1-1 0,-1 0 0,0 0 0,0 0 0,-1 0 0,1 0 0,0 0 0,-1-1 0,1 1 0,-1 0 0,0-1 0,0 0 0,0 1 0,0-1 0,0 1 0,0-1 0,0-4 0,2-20 0,-1 1 0,-1-1 0,-1 0 0,-1 0 0,-2 0 0,-6-30 0,7 50 0,0 0 0,0 0 0,-1 0 0,0 0 0,0 1 0,0-1 0,-1 1 0,0-1 0,-1 1 0,1 1 0,-6-7 0,-5-1 0,0 0 0,-28-19 0,-9-5 0,39 21 0,13 16 0,0-1 0,1 1 0,-1 0 0,0 0 0,1-1 0,-1 1 0,0 0 0,1 0 0,-1 0 0,0 0 0,1-1 0,-1 1 0,1 0 0,-1 0 0,0 0 0,1 0 0,-1 0 0,1 0 0,-1 0 0,0 0 0,1 0 0,-1 0 0,1 0 0,-1 0 0,0 0 0,1 0 0,-1 1 0,1-1 0,46 13 0,-37-10 0,4 1 0,0 0 0,0 2 0,0-1 0,0 2 0,-1 0 0,18 12 0,-25-14 0,0 0 0,0 1 0,0-1 0,-1 1 0,0 1 0,0-1 0,0 1 0,-1 0 0,0 0 0,-1 0 0,1 0 0,-1 0 0,3 16 0,2 5 0,11 47 0,-18-68 0,0 0 0,-1-1 0,1 1 0,-1-1 0,0 1 0,-1 0 0,0-1 0,-3 13 0,4-17 0,-1 0 0,0-1 0,1 1 0,-1 0 0,0 0 0,0-1 0,0 1 0,0 0 0,0-1 0,-1 1 0,1-1 0,0 1 0,-1-1 0,1 0 0,-1 0 0,0 1 0,1-1 0,-1 0 0,0-1 0,1 1 0,-4 1 0,2-1 0,0-1 0,0 0 0,0 0 0,0 1 0,0-2 0,-1 1 0,1 0 0,0-1 0,0 1 0,0-1 0,0 0 0,-4-2 0,-1-1 0,1 1 0,-1-2 0,1 1 0,0-1 0,0 0 0,1-1 0,-1 1 0,1-1 0,-6-8 0,-6-14 0,1 0 0,-18-44 0,20 40 0,-1 1 0,-20-29 0,20 37 0,-5-8 0,-35-39 0,47 61 0,0 0 0,-1 1 0,0 0 0,0 0 0,-1 1 0,0 0 0,-22-10 0,5 7 0,0 1 0,0 2 0,-1 0 0,0 2 0,-37-1 0,-150 3 0,171 4 0,-1 2 0,0 1 0,1 2 0,0 3 0,0 1 0,1 2 0,-45 19 0,37-14 0,32-12 0,0 2 0,-24 11 0,-103 71 0,100-58 0,-99 49 0,41-39 0,-3-5 0,-1-4 0,-130 20 0,148-41 0,-1-4 0,-157-7 0,98-3 0,-609 3 0,715-2 0,-56-10 0,-18-2 0,-82-2-1365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10.743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1 507 24575,'7'-1'0,"-1"0"0,1-1 0,0 0 0,-1 0 0,1 0 0,-1-1 0,0 0 0,0-1 0,9-5 0,-1 0 0,196-123 0,-27 16 0,16-19 0,-143 95 0,-44 32 0,-1 0 0,0-1 0,10-12 0,-74 59 0,-48 45 0,3 5 0,-136 158 0,180-167 0,44-62 0,0-1 0,-1 0 0,-1-1 0,0 0 0,-1-1 0,0 0 0,-21 15 0,24-22 0,0 1 0,0 1 0,0 0 0,1 0 0,0 1 0,-7 11 0,13-17 0,0 1 0,0 0 0,0-1 0,1 1 0,-1 0 0,1 0 0,0 1 0,1-1 0,0 0 0,-1 1 0,1-1 0,1 0 0,-1 1 0,1-1 0,0 1 0,2 8 0,-2-11 0,2 0 0,-1 0 0,0-1 0,0 1 0,1 0 0,0-1 0,-1 1 0,1-1 0,0 0 0,0 0 0,1 0 0,-1 0 0,0 0 0,0 0 0,1 0 0,0-1 0,-1 1 0,1-1 0,0 0 0,2 2 0,9 2 0,0-1 0,26 5 0,-33-7 0,131 25 0,181 12 0,-271-39 0,0-3 0,0-2 0,-1-2 0,58-17 0,-9 4 0,-184 16 0,35 3 0,32 0 0,0 0 0,1 1 0,-1 1 0,-40 8 0,61-9 0,0 0 0,-1 0 0,1 0 0,0 0 0,0 0 0,-1 0 0,1 0 0,0 0 0,-1 1 0,1-1 0,0 0 0,0 0 0,-1 0 0,1 0 0,0 0 0,0 0 0,-1 1 0,1-1 0,0 0 0,0 0 0,0 0 0,-1 1 0,1-1 0,0 0 0,0 0 0,0 1 0,0-1 0,-1 0 0,1 0 0,0 1 0,0-1 0,0 0 0,0 0 0,0 1 0,0-1 0,0 0 0,0 1 0,0-1 0,0 0 0,0 1 0,0-1 0,12 10 0,22 4 0,-3-7 0,0 0 0,1-2 0,35 1 0,99-3 0,-101-3 0,969-1 0,-395 0 0,-614-1 0,0-1 0,0-1 0,0-1 0,35-12 0,-30 8 0,1 1 0,42-5 0,143 10 0,-29 3 0,-159-4 0,-1 0 0,1-2 0,-1-2 0,0 0 0,27-13 0,6-1 0,5 5 0,-47 13 0,0-1 0,0 0 0,18-8 0,-17 4 0,1 2 0,0 0 0,32-6 0,-47 11 0,0 1 0,0-1 0,-1 0 0,1 0 0,-1-1 0,1 1 0,-1-1 0,0 0 0,0 0 0,0-1 0,0 1 0,-1-1 0,1 1 0,-1-1 0,0 0 0,0-1 0,-1 1 0,1 0 0,-1-1 0,3-6 0,1-4 0,-1 0 0,-1-1 0,0 1 0,-1-1 0,2-22 0,-5 34 0,0-1 0,-1 1 0,1-1 0,-1 0 0,0 1 0,0 0 0,0-1 0,0 1 0,-1-1 0,0 1 0,0 0 0,0 0 0,0 0 0,-1 0 0,0 1 0,1-1 0,-1 1 0,-1-1 0,1 1 0,0 0 0,-1 0 0,1 0 0,-1 1 0,0-1 0,0 1 0,-5-2 0,-8-4 0,-1 0 0,0 2 0,0 0 0,-36-6 0,-11 3 0,-1 3 0,0 3 0,-80 6 0,30 0 0,-153 0 0,-758 15 0,936-15 0,-420 26 0,-104-16 0,397-15 0,108 1 0,-126 3 0,204 1 0,-34 8 0,-17 1 0,73-11 0,0 0 0,0 1 0,0 0 0,1 0 0,-1 1 0,-16 8 0,24-10 0,0 0 0,0 0 0,1 0 0,-1 0 0,1 0 0,-1 1 0,1-1 0,-1 0 0,1 1 0,0-1 0,0 1 0,0 0 0,0-1 0,0 1 0,0 0 0,0 0 0,0 2 0,0-2 0,1 0 0,0 1 0,0-1 0,0 1 0,1-1 0,-1 0 0,1 1 0,-1-1 0,1 0 0,0 0 0,0 1 0,0-1 0,0 0 0,0 0 0,0 0 0,0 0 0,1 0 0,1 2 0,7 7 0,0 0 0,1-1 0,0 0 0,0 0 0,1-1 0,0-1 0,1 0 0,0-1 0,0 0 0,1-1 0,0 0 0,25 6 0,11 0 0,0-3 0,74 5 0,-54-11 0,0-2 0,-1-4 0,99-16 0,202-56 0,-327 65 0,159-48 0,-92 25 0,-83 26 0,0 1 0,0 2 0,44-2 0,82 9 0,-93 0 0,90-7 0,410-22 0,-434 29 0,150 23 0,-159 0 0,-11-2 0,-11-7 0,-30-5 0,86 6 0,-137-17 0,0 1 0,1 0 0,-1 1 0,0 1 0,25 9 0,63 37 0,-75-35 0,0-1 0,2-1 0,33 10 0,-32-15 0,-1 1 0,0 1 0,0 1 0,-1 2 0,52 31 0,-76-41 0,-1 0 0,1 1 0,-1-1 0,0 1 0,1-1 0,-2 1 0,1 0 0,0 0 0,-1 0 0,0 1 0,0-1 0,0 0 0,0 1 0,-1-1 0,0 1 0,0 0 0,0-1 0,0 1 0,-1 5 0,0-7 0,0 1 0,0-1 0,0 0 0,-1 0 0,0 0 0,1 0 0,-1 0 0,0 0 0,-1 0 0,1 0 0,0-1 0,-1 1 0,1 0 0,-1-1 0,0 1 0,0-1 0,0 0 0,0 1 0,-1-1 0,1 0 0,0 0 0,-1-1 0,0 1 0,1 0 0,-1-1 0,0 0 0,0 1 0,0-1 0,0 0 0,-5 1 0,-20 3 0,-1-1 0,1-2 0,-1 0 0,-30-4 0,57 0 0,10-4 0,20-8 0,-13 6 0,5-3 0,-1-2 0,0 0 0,-1-1 0,0-1 0,-1-1 0,-1 0 0,0-1 0,19-28 0,-32 39 0,1-1 0,-1 0 0,0 1 0,-1-1 0,0 0 0,0 0 0,0 0 0,-1-1 0,0 1 0,-1 0 0,1 0 0,-2-11 0,-2-7 0,-1 1 0,-9-33 0,2 13 0,11 42 0,0 0 0,-1-1 0,1 1 0,-1 0 0,1 0 0,-1 0 0,0 0 0,0 0 0,0 0 0,0 0 0,0 0 0,-1 0 0,1 0 0,-1 1 0,1-1 0,-1 0 0,1 1 0,-1-1 0,0 1 0,0 0 0,0 0 0,0-1 0,0 1 0,0 1 0,0-1 0,0 0 0,0 0 0,0 1 0,0-1 0,-1 1 0,1 0 0,0-1 0,0 1 0,0 0 0,-1 0 0,1 1 0,0-1 0,0 0 0,-1 1 0,1 0 0,-3 1 0,-9 2 0,1 2 0,0 0 0,0 0 0,0 1 0,-14 11 0,-6 6 0,2 1 0,1 1 0,-31 35 0,-76 99 0,43-46 0,89-109 0,0 1 0,-1-1 0,1 0 0,-1-1 0,0 1 0,0-1 0,0 0 0,-1-1 0,0 1 0,1-1 0,-1-1 0,-14 4 0,6-3 0,-1-1 0,0-1 0,0 0 0,-30-4 0,-309-32 0,277 23 0,-131-38 0,47 9 0,56 21 0,-156-9 0,-113 21 0,-150 10-1365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21.65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17 478 24575,'-2'15'0,"-1"5"0,3-20 0,0 1 0,0-1 0,0 0 0,0 0 0,0 1 0,0-1 0,0 0 0,0 0 0,1 1 0,-1-1 0,0 0 0,0 1 0,0-1 0,0 0 0,1 0 0,-1 0 0,0 1 0,0-1 0,0 0 0,1 0 0,-1 0 0,0 1 0,0-1 0,1 0 0,-1 0 0,0 0 0,0 0 0,1 0 0,-1 0 0,0 0 0,0 0 0,1 1 0,-1-1 0,0 0 0,1 0 0,-1 0 0,0 0 0,0-1 0,1 1 0,-1 0 0,0 0 0,1 0 0,-1 0 0,0 0 0,0 0 0,1 0 0,-1 0 0,0 0 0,0-1 0,1 1 0,-1 0 0,37-18 0,60-39 0,-85 50 0,54-38 0,-41 27 0,1 1 0,0 1 0,45-19 0,24-1 0,-47 20 0,0-2 0,-1-2 0,-1-2 0,69-45 0,-72 38 0,-27 19 0,0 0 0,-1-1 0,-1-1 0,1-1 0,12-14 0,-27 27 0,1 0 0,-1-1 0,0 1 0,1-1 0,-1 1 0,1 0 0,-1-1 0,0 1 0,0-1 0,1 1 0,-1-1 0,0 1 0,0-1 0,1 1 0,-1-1 0,0 1 0,0-1 0,0 1 0,0-1 0,0 1 0,0-1 0,0 1 0,0-1 0,0-1 0,-12 2 0,-21 14 0,-49 41 0,2 3 0,-97 92 0,119-99 0,7-7 0,-151 142 0,197-181 0,0 0 0,1 1 0,0-1 0,0 1 0,0 0 0,-4 10 0,8-15 0,0 0 0,-1 0 0,1-1 0,0 1 0,0 0 0,-1 0 0,1 0 0,0 0 0,0 0 0,0 0 0,0 0 0,1 0 0,-1 0 0,0 0 0,0 0 0,0 0 0,1 0 0,-1-1 0,0 1 0,2 2 0,-1-2 0,0 0 0,0 0 0,1 0 0,-1 0 0,0-1 0,1 1 0,-1 0 0,1-1 0,-1 1 0,1 0 0,-1-1 0,1 0 0,-1 1 0,1-1 0,-1 0 0,1 0 0,1 0 0,19 0 0,1-2 0,-1 0 0,0-2 0,0 0 0,25-9 0,31-6 0,-29 10 0,-1-2 0,0-3 0,60-25 0,-84 29 0,-1-2 0,0-1 0,-1-1 0,0-1 0,-1 0 0,-1-2 0,-1 0 0,19-22 0,-17 13 0,24-39 0,-28 38 0,35-42 0,-47 64 0,1 0 0,0 1 0,1-1 0,-1 1 0,1 1 0,0-1 0,0 1 0,0 0 0,0 0 0,0 1 0,0 0 0,1 1 0,8-2 0,26-7 0,-30 6 0,-14 3 0,-22 8 0,-285 115 0,36-17 0,217-80 0,2 3 0,-90 60 0,131-80 0,0 1 0,1 0 0,0 1 0,1 0 0,0 1 0,1 0 0,0 1 0,-12 17 0,21-28 0,1 1 0,-1-1 0,0 0 0,1 0 0,-1 1 0,1-1 0,0 0 0,-1 1 0,1-1 0,0 0 0,0 1 0,0-1 0,0 1 0,0-1 0,0 0 0,0 1 0,1-1 0,-1 0 0,0 1 0,1-1 0,-1 0 0,2 3 0,-1-2 0,1-1 0,-1 1 0,1-1 0,-1 1 0,1-1 0,0 1 0,0-1 0,0 0 0,0 0 0,0 0 0,0 0 0,4 1 0,6 2 0,1-2 0,0 1 0,25 0 0,-32-3 0,298 0 0,-179-3 0,-106 4 0,0-2 0,-1-1 0,1 0 0,0-1 0,-1-1 0,0-1 0,0 0 0,0-1 0,0-1 0,-1-1 0,0-1 0,-1 0 0,0-1 0,17-14 0,-5 0 0,-2 0 0,-1-2 0,34-44 0,54-94 0,-83 118 0,-29 45 0,-1 1 0,1-1 0,0 0 0,-1 0 0,1 0 0,-1 0 0,1 1 0,-1-1 0,0 0 0,1 0 0,-1 0 0,0 0 0,0 0 0,1 0 0,-1 0 0,0 0 0,0 0 0,0 0 0,0 0 0,-1-2 0,1 3 0,-1-1 0,0 0 0,0 1 0,0-1 0,0 1 0,0-1 0,0 1 0,0 0 0,0-1 0,0 1 0,0 0 0,0-1 0,0 1 0,0 0 0,0 0 0,0 0 0,-1 0 0,1 0 0,0 0 0,-1 1 0,-22 1 0,0 1 0,1 1 0,0 1 0,-28 10 0,-89 41 0,102-37 0,1 2 0,1 2 0,-34 28 0,-93 87 0,7-4 0,110-98 0,-100 73 0,120-92 0,-2-1 0,0-1 0,-52 20 0,30-18 0,-71 37 0,119-53 0,0 0 0,0 0 0,0 1 0,0-1 0,0 0 0,0 1 0,0-1 0,1 1 0,-1-1 0,1 1 0,-3 3 0,4-5 0,0 1 0,-1-1 0,1 1 0,0-1 0,0 1 0,0-1 0,0 0 0,0 1 0,0-1 0,0 1 0,1-1 0,-1 1 0,0-1 0,0 0 0,0 1 0,0-1 0,0 1 0,1-1 0,-1 0 0,0 1 0,0-1 0,1 0 0,-1 1 0,0-1 0,1 0 0,-1 1 0,0-1 0,1 0 0,-1 0 0,0 0 0,1 1 0,-1-1 0,0 0 0,1 0 0,0 1 0,6 1 0,1 0 0,0 0 0,0-1 0,-1 1 0,14-1 0,62 2 0,0-3 0,0-4 0,0-4 0,0-3 0,143-39 0,-69 11 0,51-16 0,-172 46 0,0 2 0,0 1 0,1 2 0,47 0 0,24-2 0,-35-2 0,137-32 0,-163 29 0,0 2 0,0 2 0,62 0 0,59-6 0,88-2 0,1039 16 0,-1267-3 0,1 0 0,-1-2 0,0-1 0,0-1 0,52-19 0,-27 4 0,-2-2 0,50-31 0,-94 51 0,-1-1 0,1-1 0,-1 1 0,0-1 0,-1 0 0,1-1 0,-1 1 0,0-1 0,0 0 0,0 0 0,4-9 0,-8 12 0,0 0 0,1 0 0,-1-1 0,0 1 0,-1-1 0,1 1 0,-1-1 0,1 1 0,-1-1 0,0 1 0,0-1 0,-1 1 0,1-1 0,-1 1 0,0-1 0,0 1 0,0 0 0,0-1 0,0 1 0,-1 0 0,1 0 0,-1 0 0,0 0 0,0 0 0,0 0 0,-5-4 0,-4-5 0,-1 1 0,-1 1 0,0 0 0,0 0 0,-1 1 0,0 1 0,-1 0 0,1 1 0,-2 1 0,1 0 0,-1 1 0,1 1 0,-23-3 0,-26-3 0,0 4 0,-69 2 0,86 3 0,-1156 0-433,558 6 265,323-7 255,-305 5 327,613-3-349,8 0-62,0 0 0,0 0-1,0 0 1,0 0 0,0 1-1,0 0 1,0 1 0,0-1-1,0 1 1,1 0 0,-1 0 0,-5 4-1,10-5-2,1-1 0,0 0 0,-1 1 0,1-1 0,0 0 0,0 1 0,0-1 0,0 1 0,-1-1 0,1 0 0,0 1 0,0-1 0,0 1 0,0-1 0,0 1 0,0-1 0,0 0 0,0 1 0,0-1 0,0 1 0,0-1 0,0 1 0,1-1 0,-1 0 0,0 1 0,0-1 0,0 1 0,0-1 0,1 0 0,-1 1 0,0-1 0,0 0 0,1 1 0,-1-1 0,0 0 0,1 0 0,-1 1 0,0-1 0,1 0 0,-1 0 0,0 1 0,1-1 0,-1 0 0,1 0 0,-1 0 0,0 0 0,1 1 0,-1-1 0,1 0 0,0 0 0,27 9 0,-27-8 0,68 14 0,0-2 0,119 6 0,149-14 0,-274-6 0,549-1 0,-575 2 0,-32 4 0,-11 1 0,-15 4 0,-388 181 0,367-166 0,-61 46 0,84-49 0,18-21 0,1 1 0,0 0 0,-1-1 0,1 1 0,0-1 0,0 1 0,0 0 0,0-1 0,0 1 0,0 0 0,0-1 0,0 1 0,0 0 0,0-1 0,0 1 0,0 0 0,0-1 0,0 1 0,1 0 0,-1-1 0,0 1 0,1 1 0,1 0 0,1 0 0,-1 0 0,0-1 0,1 1 0,0 0 0,-1-1 0,1 1 0,0-1 0,0 0 0,0 0 0,0 0 0,0-1 0,4 2 0,76 11 0,96 5 0,-145-16 0,300 10 0,-296-7 0,-1 2 0,0 1 0,0 1 0,62 26 0,-65-22 0,0-1 0,1-1 0,0-2 0,72 8 0,-767-20 0,627 4 0,-90 4 0,104-3 0,0 0 0,0 2 0,-36 11 0,54-15 0,0 0 0,-1 1 0,1-1 0,0 1 0,0-1 0,0 1 0,0 0 0,0-1 0,0 1 0,0 0 0,0-1 0,0 1 0,1 0 0,-1 0 0,-1 2 0,2-3 0,0 1 0,0-1 0,-1 1 0,1-1 0,0 1 0,0-1 0,1 1 0,-1-1 0,0 0 0,0 1 0,0-1 0,0 1 0,0-1 0,0 1 0,1-1 0,-1 1 0,0-1 0,0 0 0,1 1 0,-1-1 0,0 1 0,0-1 0,1 0 0,-1 1 0,1-1 0,-1 1 0,39 19 0,-29-15 0,24 9 0,1-1 0,1-2 0,0-1 0,1-2 0,58 5 0,193-2 0,-252-11 0,106 2 0,548-13 0,-613 3 0,0-3 0,134-39 0,-179 43 0,-1 2 0,65-4 0,-59 7 0,-14-1 0,0-2 0,0 0 0,-1-1 0,1-2 0,-2 0 0,42-23 0,-58 29 0,30-13 0,-21 9 0,0 0 0,-1-1 0,0 0 0,15-12 0,-4-2 0,-2-1 0,0-1 0,22-31 0,20-23 0,-57 70 0,-1 0 0,0 0 0,-1-1 0,0 0 0,0 0 0,0-1 0,-1 1 0,5-17 0,-7 19 0,-1 1 0,0-1 0,0 1 0,0 0 0,-1-1 0,0 1 0,0-1 0,-1 1 0,1-1 0,-1 1 0,0-1 0,0 1 0,-1 0 0,0-1 0,0 1 0,-4-7 0,0 1 0,-1 0 0,0 0 0,-1 1 0,0 0 0,0 0 0,-1 1 0,-15-12 0,16 15 0,0 1 0,0 0 0,-1 1 0,0-1 0,1 2 0,-1-1 0,-1 1 0,1 1 0,0 0 0,-16-2 0,23 4 0,-52-3 0,51 3 0,-1 1 0,1-1 0,0 0 0,-1 1 0,1 0 0,0 0 0,-1 0 0,1 0 0,0 1 0,0-1 0,0 1 0,0-1 0,-3 4 0,5-4 0,0-1 0,1 1 0,-1 0 0,1 0 0,-1-1 0,1 1 0,-1 0 0,1 0 0,-1 0 0,1-1 0,0 1 0,-1 0 0,1 0 0,0 0 0,0 0 0,0 0 0,0 0 0,0 0 0,0 0 0,0-1 0,0 1 0,0 0 0,0 0 0,0 0 0,0 0 0,1 0 0,-1 0 0,0 0 0,1-1 0,-1 1 0,1 0 0,-1 0 0,1 0 0,-1-1 0,1 1 0,0 0 0,-1-1 0,1 1 0,0-1 0,0 2 0,37 26 0,-26-21 0,105 65 0,-113-69 0,1 1 0,-2-1 0,1 1 0,0 0 0,-1 0 0,0 1 0,0-1 0,0 1 0,0-1 0,-1 1 0,1 0 0,-1 0 0,-1 0 0,1 0 0,-1 0 0,0 0 0,1 8 0,0 9 0,-1 0 0,-4 44 0,1-28 0,1-13 0,1-1 0,-1-1 0,-2 0 0,-8 40 0,10-59 0,0-1 0,0 1 0,1-1 0,-1 1 0,1-1 0,0 1 0,0-1 0,0 6 0,0-8 0,0-1 0,0 1 0,1-1 0,-1 0 0,0 1 0,0-1 0,0 0 0,0 1 0,1-1 0,-1 0 0,0 1 0,0-1 0,1 0 0,-1 1 0,0-1 0,1 0 0,-1 0 0,0 1 0,1-1 0,-1 0 0,0 0 0,1 0 0,-1 0 0,0 1 0,1-1 0,-1 0 0,1 0 0,0 0 0,19-8 0,-12 1 0,1 0 0,-1-1 0,-1 1 0,1-2 0,-1 1 0,-1-1 0,1 0 0,-2-1 0,1 1 0,-1-1 0,-1 0 0,5-13 0,-3 6 0,-1-1 0,-1 1 0,0-1 0,-2 0 0,1 0 0,-2-32 0,-1 40 0,-1 1 0,-1-1 0,0 1 0,0 0 0,0-1 0,-1 1 0,-1 0 0,0 0 0,0 1 0,0-1 0,-1 1 0,-1 0 0,1 0 0,-1 1 0,-9-9 0,-5-3 0,-2 2 0,0 0 0,-45-25 0,13 8 0,-16-21-1365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32.28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299 466 24575,'17'6'0,"1"0"0,0-1 0,1-2 0,-1 0 0,1 0 0,0-2 0,29-1 0,-10 1 0,30-1 0,1-2 0,-1-4 0,105-22 0,197-68 0,-94 20 0,-269 74 0,462-102 0,-338 81 0,210-9 0,-149 30 0,125-6 0,-259 3 0,0-3 0,-1-2 0,80-25 0,-87 18 0,89-16 0,-116 30 0,-1 1 0,1 0 0,0 2 0,-1 1 0,1 1 0,36 7 0,238 40 0,-235-43 0,75 18 0,-108-16 0,0 0 0,0 2 0,-1 1 0,47 25 0,-51-23 0,2-1 0,0-2 0,34 10 0,-28-10 0,50 23 0,-67-25 0,0 1 0,0 0 0,-2 1 0,19 16 0,-24-18 0,0 0 0,-1 0 0,0 0 0,0 1 0,-1 0 0,0 0 0,9 20 0,-11-19 0,-1 1 0,0-1 0,0 1 0,-1 0 0,-1 0 0,0 0 0,0 0 0,-2 17 0,0-21 0,0 0 0,0-1 0,0 1 0,-1 0 0,0-1 0,0 0 0,-1 1 0,0-1 0,0 0 0,0 0 0,-1-1 0,0 1 0,0-1 0,0 0 0,-6 5 0,-55 53 0,32-31 0,-1-1 0,-48 34 0,64-54 0,0-1 0,0 0 0,-1-2 0,0 0 0,0-1 0,-1-1 0,-31 5 0,7-5 0,-1-2 0,-62-3 0,80 0 0,-1 1 0,1 1 0,0 1 0,-30 8 0,-105 40 0,109-33 0,0-2 0,-81 14 0,39-22 0,-132-4 0,77-4 0,79 5 0,0 3 0,-112 30 0,122-25 0,-52 14 0,47-10 0,-2-3 0,-86 7 0,-265-18 0,-75 6 0,-221 10 0,494-22 0,212 2 0,0-1 0,1 0 0,-1 0 0,0-1 0,1 0 0,-1-1 0,1 0 0,0 0 0,-16-9 0,1-3 0,-40-33 0,17 12 0,-9 1 0,42 29 0,1-2 0,-1 0 0,1 0 0,1-1 0,0 0 0,0-1 0,0-1 0,-9-12 0,19 21 0,0 1 0,0-1 0,0 1 0,1-1 0,-1 1 0,1-1 0,-1 1 0,1-1 0,-1 0 0,1 1 0,0-1 0,0 0 0,-1 1 0,1-1 0,0 0 0,1 1 0,-1-1 0,0 0 0,0 1 0,2-4 0,-1 2 0,1 1 0,-1-1 0,1 1 0,0 0 0,0-1 0,0 1 0,0 0 0,0 0 0,0 0 0,0 1 0,4-3 0,7-3 0,0 0 0,1 1 0,26-8 0,-35 13 0,260-59 0,-19 7 0,-201 39 0,8-2 0,63-10 0,17 8 0,241 0 0,6-12 0,-53 1 0,41 28 0,15-1 0,-321-4 0,-1-2 0,0-4 0,88-27 0,23-5 0,-103 34 0,0 4 0,0 2 0,106 7 0,-37 1 0,-12-6 0,116 5 0,-226-2 0,0 1 0,0 1 0,-1 0 0,16 6 0,-18 0 0,-17 0 0,-26 4 0,-620 102 0,206-45 0,225-18 0,121-27 0,-139 19 0,-444-25 0,491-20 0,-797 17 0,860-11 0,-190 16 0,307-20 0,5-1 0,0 1 0,0-1 0,0 1 0,0 0 0,1 1 0,-1-1 0,0 1 0,1 0 0,-8 4 0,12-6 0,0 0 0,-1 1 0,1-1 0,0 0 0,0 0 0,0 1 0,-1-1 0,1 0 0,0 0 0,0 1 0,0-1 0,0 0 0,0 1 0,0-1 0,0 0 0,0 1 0,0-1 0,0 0 0,0 1 0,0-1 0,0 0 0,0 0 0,0 1 0,0-1 0,0 0 0,0 1 0,0-1 0,0 0 0,0 1 0,1-1 0,-1 0 0,0 0 0,0 1 0,0-1 0,0 0 0,1 0 0,-1 1 0,0-1 0,0 0 0,1 0 0,-1 0 0,0 1 0,0-1 0,1 0 0,-1 0 0,0 0 0,1 0 0,-1 0 0,0 0 0,1 0 0,-1 0 0,0 1 0,0-1 0,1 0 0,0-1 0,21 8 0,48 1 0,1-2 0,104-6 0,-122-1 0,119-5 0,-1-8 0,-1-7 0,203-51 0,78-58 0,-335 95 0,-106 31 0,1-1 0,-1-1 0,0 0 0,0 0 0,-1 0 0,0-2 0,0 1 0,12-13 0,20-16 0,-31 29 0,0 0 0,1 1 0,0 0 0,0 1 0,0 1 0,1 0 0,-1 0 0,1 1 0,15-2 0,13 0 0,60 1 0,-60 4 0,52-8 0,-63 4 0,0-1 0,-1-2 0,1-1 0,-1-1 0,52-26 0,-65 27 0,1 2 0,-1 0 0,1 1 0,0 0 0,0 1 0,0 1 0,21-1 0,119 1 0,-110 3 0,25 0 0,116 4 0,-178-3 0,0 0 0,0 1 0,-1 0 0,1 0 0,-1 1 0,0 0 0,0 1 0,0 0 0,14 9 0,0 3 0,37 35 0,-22-18 0,10 9 0,50 39 0,-82-71 0,0 0 0,1-1 0,0 0 0,1-2 0,18 7 0,-8-6 0,0-2 0,36 3 0,-45-7 0,-1 0 0,1 1 0,0 1 0,-1 0 0,0 2 0,0 0 0,0 0 0,26 16 0,-17-6 0,-16-10 0,1 0 0,-1 1 0,-1 0 0,1 0 0,-1 1 0,-1 0 0,1 1 0,-1 0 0,8 12 0,-12-15 0,-1-1 0,1 1 0,0-1 0,1 0 0,-1-1 0,1 1 0,0-1 0,10 7 0,-8-5 0,-11-2 0,-15-2 0,11-2 0,-12 1 0,1 1 0,0 1 0,0 1 0,0 0 0,0 1 0,1 1 0,-18 9 0,35-15 0,1 0 0,0 0 0,0 0 0,-1 0 0,1 0 0,0 0 0,0 0 0,0 0 0,-1 0 0,1 0 0,0 0 0,0 0 0,0 1 0,-1-1 0,1 0 0,0 0 0,0 0 0,0 0 0,-1 0 0,1 1 0,0-1 0,0 0 0,0 0 0,0 0 0,0 1 0,0-1 0,-1 0 0,1 0 0,0 0 0,0 1 0,0-1 0,0 0 0,0 0 0,0 0 0,0 1 0,0-1 0,0 0 0,0 0 0,0 1 0,0-1 0,0 0 0,0 0 0,0 0 0,0 1 0,0-1 0,1 0 0,-1 0 0,0 1 0,0-1 0,0 0 0,0 0 0,0 0 0,0 0 0,1 1 0,-1-1 0,0 0 0,0 0 0,0 0 0,0 0 0,1 0 0,-1 1 0,0-1 0,0 0 0,0 0 0,1 0 0,16 4 0,-2-2 0,0 0 0,0-1 0,0-1 0,0 0 0,0-2 0,0 1 0,29-8 0,-34 6 0,-1-1 0,1 0 0,-1 0 0,0 0 0,0-1 0,0-1 0,-1 1 0,1-1 0,-1-1 0,-1 0 0,1 0 0,11-15 0,-15 17 0,1-2 0,0 1 0,0-1 0,-1 0 0,0 0 0,0 0 0,2-8 0,-5 13 0,-1 1 0,0-1 0,0 1 0,1-1 0,-1 1 0,0-1 0,0 1 0,0-1 0,-1 1 0,1-1 0,0 1 0,0-1 0,-1 1 0,1-1 0,-1 1 0,1-1 0,-1 1 0,0-1 0,0 1 0,0 0 0,1 0 0,-1-1 0,0 1 0,0 0 0,-1 0 0,1 0 0,0 0 0,0 0 0,0 0 0,-1 1 0,1-1 0,0 0 0,-1 0 0,1 1 0,-1-1 0,1 1 0,-1 0 0,-2-1 0,-13-3 0,0 0 0,0 1 0,-1 1 0,1 1 0,-1 1 0,1 0 0,0 1 0,-1 1 0,-25 6 0,2 1 0,1 3 0,-74 30 0,65-18 0,-63 42 0,65-36 0,-60 27 0,78-43 0,-1-2 0,-43 12 0,62-22 0,0 0 0,0 0 0,0-1 0,0 0 0,0-1 0,-1-1 0,1 1 0,0-2 0,0 0 0,-17-5 0,-22-10 0,31 9 0,-1 2 0,0 0 0,-33-5 0,-10 2 0,1-2 0,-68-22 0,74 19 0,-2 2 0,1 3 0,-82-3 0,-179 12 0,149 4 0,-45-2 0,-345-5 0,350-12 0,-42-1 0,-322 36 0,27-7-794,500-14 223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47.045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479 553 24575,'-4'1'0,"0"0"0,0 0 0,1 0 0,-1 0 0,0 1 0,0 0 0,1 0 0,-1 0 0,1 0 0,-6 5 0,-6 3 0,-40 22 0,-259 141 0,310-171 0,1-1 0,0 0 0,0 1 0,-1-1 0,1 0 0,0-1 0,-1 1 0,1-1 0,-5 1 0,7-1 0,1 0 0,-1 0 0,1 0 0,-1 0 0,1-1 0,-1 1 0,1 0 0,0 0 0,-1 0 0,1 0 0,-1-1 0,1 1 0,0 0 0,-1 0 0,1-1 0,0 1 0,-1 0 0,1-1 0,0 1 0,-1 0 0,1-1 0,0 1 0,0-1 0,-1 1 0,1 0 0,0-1 0,0 0 0,0-1 0,0 1 0,0-1 0,0 0 0,0 1 0,0-1 0,0 0 0,1 1 0,-1-1 0,1 1 0,-1-1 0,1 1 0,1-3 0,8-16 0,1 0 0,1 1 0,27-32 0,52-50 0,-86 97 0,205-182 0,-98 92 0,-27 1 0,-85 93 0,0 0 0,0-1 0,1 1 0,-1 0 0,0 0 0,1-1 0,-1 1 0,0 0 0,1 0 0,-1-1 0,0 1 0,1 0 0,-1 0 0,0 0 0,1 0 0,-1-1 0,0 1 0,1 0 0,-1 0 0,1 0 0,-1 0 0,0 0 0,1 0 0,-1 0 0,1 0 0,-1 0 0,0 0 0,1 0 0,-1 1 0,1-1 0,-1 0 0,0 0 0,1 0 0,-1 0 0,1 1 0,-1 0 0,1-1 0,-1 1 0,0 0 0,1 0 0,-1 0 0,0 0 0,0 0 0,0-1 0,0 1 0,0 0 0,0 0 0,0 0 0,0 0 0,0 0 0,0 0 0,-1 1 0,-7 24 0,-2 0 0,0-1 0,-2 0 0,-1-1 0,-24 35 0,14-23 0,-157 246 0,158-248 0,18-29 0,1 0 0,0 0 0,1 1 0,-1-1 0,1 1 0,0-1 0,0 1 0,1 0 0,-1 0 0,0 8 0,2-11 0,0 0 0,1-1 0,-1 1 0,1 0 0,-1 0 0,1 0 0,0 0 0,0-1 0,0 1 0,0 0 0,0-1 0,1 1 0,-1-1 0,1 0 0,0 1 0,-1-1 0,1 0 0,0 0 0,1 0 0,-1 0 0,0 0 0,0-1 0,5 3 0,6 3 0,1-1 0,-1-1 0,1 0 0,0-1 0,0 0 0,1-2 0,-1 1 0,26 0 0,-14-3 0,0 0 0,-1-1 0,1-2 0,30-7 0,-28 2 0,0-1 0,0-1 0,-1-2 0,38-22 0,95-71 0,-114 70 0,-1-2 0,-3-2 0,-1-2 0,69-88 0,-67 77 0,-42 52 0,-1-1 0,1 1 0,-1-1 0,0 0 0,1 1 0,-1-1 0,1 1 0,-1-1 0,0 0 0,0 1 0,1-1 0,-1 0 0,0 0 0,0 1 0,0-1 0,0 0 0,0 0 0,0 1 0,0-1 0,0 0 0,0 0 0,0 1 0,0-1 0,-1-1 0,1 2 0,-1-1 0,0 1 0,1-1 0,-1 1 0,0 0 0,1-1 0,-1 1 0,0 0 0,1-1 0,-1 1 0,0 0 0,0 0 0,1-1 0,-1 1 0,0 0 0,0 0 0,1 0 0,-3 0 0,-36 8 0,-246 109 0,171-67 0,58-27 0,-170 66 0,221-89 0,8-2 0,14-6 0,113-30 0,56-21 0,43-50 0,-74 32 0,-117 59 0,37-15 0,-74 32 0,1 0 0,0 0 0,0 1 0,-1-1 0,1 1 0,0 0 0,0-1 0,0 1 0,0 0 0,0 0 0,-1 0 0,1 0 0,0 0 0,0 1 0,0-1 0,0 0 0,2 2 0,-3-1 0,0-1 0,-1 1 0,1 0 0,-1-1 0,1 1 0,-1 0 0,1 0 0,-1 0 0,0-1 0,1 1 0,-1 0 0,0 0 0,0 0 0,0 0 0,1-1 0,-1 1 0,0 0 0,0 0 0,0 0 0,0 0 0,-1 0 0,1 0 0,0-1 0,0 1 0,-1 1 0,-1 5 0,-1 0 0,0 0 0,0-1 0,0 1 0,-1-1 0,0 0 0,-8 9 0,-18 16 0,-1-2 0,-37 27 0,2-2 0,31-24 0,-125 113 0,123-107 0,-66 83 0,100-115 0,0 1 0,-1 0 0,2-1 0,-1 1 0,1 0 0,-1 1 0,1-1 0,1 0 0,-3 10 0,4-13 0,0 0 0,0 0 0,0 0 0,0 0 0,1 0 0,-1-1 0,1 1 0,-1 0 0,1 0 0,0 0 0,-1 0 0,1-1 0,0 1 0,0 0 0,0-1 0,1 1 0,-1-1 0,0 1 0,0-1 0,1 0 0,-1 1 0,1-1 0,-1 0 0,1 0 0,0 0 0,0 0 0,-1 0 0,1-1 0,0 1 0,3 1 0,18 4 0,0-1 0,-1-1 0,2-1 0,-1-1 0,0-1 0,38-3 0,-15 1 0,-42 1 0,257-8 0,-213 4 0,0-2 0,0-3 0,60-17 0,-102 24 0,30-11 0,-34 12 0,-1 1 0,0-1 0,0 1 0,1-1 0,-1 1 0,0-1 0,0 0 0,0 0 0,0 0 0,0 1 0,0-1 0,0 0 0,0 0 0,0 0 0,0-1 0,-1 1 0,1 0 0,0 0 0,0-2 0,-1 3 0,0-1 0,-1 0 0,1 1 0,0-1 0,-1 1 0,1-1 0,0 0 0,-1 1 0,1-1 0,-1 1 0,1-1 0,-1 1 0,1 0 0,-1-1 0,1 1 0,-1-1 0,0 1 0,1 0 0,-1 0 0,1-1 0,-1 1 0,0 0 0,1 0 0,-1 0 0,0 0 0,-1 0 0,-12-3 0,0 0 0,0 2 0,0-1 0,0 2 0,-1 0 0,-23 4 0,-89 19 0,116-21 0,-50 15 0,1 1 0,-71 35 0,109-41 0,50-21 0,39-21 0,-2-3 0,-1-3 0,-1-3 0,-3-2 0,106-95 0,-140 112 0,-2-1 0,-1 0 0,0-2 0,-2-1 0,18-32 0,-37 57 0,-1 1 0,1-1 0,-1 0 0,1 0 0,-1 0 0,0 0 0,0 0 0,0 0 0,0 0 0,-1 0 0,1 0 0,-1-1 0,0 1 0,0 0 0,0 0 0,0 0 0,-1-1 0,0-4 0,-1 6 0,0 0 0,1 0 0,-1 0 0,0 0 0,0 0 0,0 0 0,0 1 0,-1-1 0,1 1 0,0-1 0,-1 1 0,1 0 0,-1 0 0,1 0 0,-1 0 0,0 1 0,1-1 0,-1 1 0,0-1 0,1 1 0,-6 0 0,-23-2 0,0 1 0,-39 3 0,61-1 0,0 0 0,0 0 0,0 1 0,0 0 0,0 1 0,1 0 0,-1 0 0,1 1 0,0 0 0,0 0 0,0 1 0,-9 6 0,16-10 0,0 0 0,1-1 0,-1 1 0,0 0 0,0-1 0,0 1 0,1 0 0,-1 0 0,0 0 0,1 0 0,-1 0 0,1 0 0,-1 0 0,1 0 0,-1 0 0,1 0 0,0 0 0,-1 0 0,1 0 0,0 0 0,0 0 0,0 0 0,0 0 0,0 0 0,0 1 0,0 1 0,1-2 0,0 1 0,0-1 0,0 0 0,0 0 0,1 0 0,-1 1 0,0-1 0,1 0 0,-1 0 0,0-1 0,1 1 0,-1 0 0,1 0 0,-1-1 0,4 2 0,8 1 0,1 0 0,-1 0 0,18 0 0,-30-3 0,23 2 0,0-1 0,1-2 0,-1 0 0,0-2 0,0-1 0,0 0 0,0-2 0,-1-1 0,0-1 0,32-15 0,-22 5 0,0-1 0,-1-1 0,-2-2 0,0-1 0,-1-1 0,28-32 0,131-118 0,-69 66 0,-593 508 0,303-263 0,140-110 0,0 1 0,2 1 0,2 1 0,0 2 0,-36 57 0,60-85 0,1 0 0,0 0 0,-1 1 0,1-1 0,1 0 0,-1 1 0,1 0 0,-1-1 0,1 1 0,1 0 0,-1-1 0,1 1 0,-1 0 0,2 7 0,0-8 0,0 0 0,0 0 0,1 0 0,-1 0 0,1 0 0,0-1 0,0 1 0,1 0 0,-1-1 0,1 0 0,-1 0 0,1 0 0,0 0 0,0 0 0,0 0 0,1-1 0,3 3 0,5 2 0,-1-1 0,1-1 0,0 0 0,0 0 0,1-1 0,0-1 0,-1 0 0,1 0 0,26 0 0,-12-2 0,0-1 0,0-2 0,52-9 0,-30-1 0,0-3 0,76-32 0,92-58 0,-147 70 0,-55 27 0,439-238 0,-437 235 0,-19 11 0,-29 16 0,-56 43 0,-96 83 0,176-136 0,-22 20 0,28-25 0,0 0 0,0 0 0,1 0 0,-1 0 0,0 0 0,0 0 0,0 0 0,1 1 0,-1-1 0,0 0 0,1 0 0,-1 0 0,1 1 0,0-1 0,-1 0 0,1 1 0,0-1 0,0 0 0,0 1 0,0 1 0,0-3 0,1 1 0,-1-1 0,0 1 0,1-1 0,-1 0 0,1 1 0,-1-1 0,1 0 0,-1 1 0,1-1 0,-1 0 0,1 1 0,0-1 0,-1 0 0,1 0 0,-1 0 0,1 0 0,0 0 0,-1 0 0,1 1 0,-1-1 0,1-1 0,0 1 0,-1 0 0,1 0 0,-1 0 0,1 0 0,0 0 0,-1 0 0,1-1 0,0 1 0,8-3 0,0 0 0,0-1 0,-1 0 0,1 0 0,-1-1 0,0 0 0,0 0 0,7-7 0,58-56 0,-58 53 0,34-34 0,47-63 0,-80 91 0,-2 0 0,0 0 0,-1-1 0,-1-1 0,-2 0 0,12-36 0,-20 56 0,-1 0 0,0-1 0,-1 1 0,1-1 0,0 1 0,-1-1 0,0 1 0,0-1 0,0 1 0,0-1 0,-1 1 0,1-1 0,-1 1 0,0 0 0,0-1 0,0 1 0,0 0 0,-1-1 0,-2-3 0,1 4 0,0 0 0,0 0 0,-1 0 0,1 0 0,-1 0 0,0 1 0,0 0 0,0-1 0,0 2 0,0-1 0,0 0 0,0 1 0,-1 0 0,-6-2 0,-35-4 0,0 2 0,0 2 0,-91 6 0,108-1 0,-1 1 0,1 2 0,0 1 0,0 2 0,1 0 0,0 2 0,1 1 0,0 2 0,-43 25 0,39-17 0,1 1 0,1 1 0,1 1 0,1 2 0,1 0 0,1 2 0,-26 38 0,46-59 0,0 0 0,1 0 0,0 0 0,0 1 0,0-1 0,1 1 0,0 0 0,-2 12 0,5-17 0,0-1 0,0 1 0,0 0 0,0-1 0,0 1 0,1-1 0,-1 1 0,1-1 0,0 1 0,-1-1 0,1 0 0,1 1 0,-1-1 0,0 0 0,0 0 0,1 0 0,-1 0 0,1 0 0,0 0 0,-1 0 0,1 0 0,0-1 0,0 1 0,0-1 0,0 1 0,1-1 0,-1 0 0,0 0 0,1 0 0,-1 0 0,5 1 0,19 5 0,0 0 0,0-2 0,1-2 0,-1 0 0,1-1 0,36-3 0,44-5 0,0-4 0,-1-5 0,0-5 0,-1-4 0,170-63 0,-245 75 0,-1 0 0,0-2 0,-1-1 0,-1-2 0,0 0 0,-1-2 0,-1-1 0,28-28 0,-39 32 0,-27 24 0,1 1 0,-69 49 0,2 3 0,-103 107 0,124-112 0,-2-3 0,-130 90 0,173-132 0,10-7 0,-1 1 0,0 0 0,1 0 0,0 1 0,0 0 0,1 0 0,0 0 0,-8 11 0,14-17 0,-1 1 0,1 0 0,-1-1 0,1 1 0,0 0 0,-1 0 0,1 0 0,0-1 0,0 1 0,0 0 0,-1 0 0,1 0 0,0 0 0,0-1 0,0 1 0,0 0 0,0 0 0,1 0 0,-1 0 0,0-1 0,0 1 0,0 0 0,1 0 0,-1 0 0,0-1 0,1 1 0,-1 0 0,1 0 0,-1-1 0,1 1 0,-1 0 0,1-1 0,0 1 0,-1-1 0,1 1 0,0-1 0,0 1 0,4 2 0,-1-1 0,1 0 0,0 0 0,-1-1 0,11 3 0,20 2 0,1-1 0,0-2 0,0-2 0,58-4 0,-36-3 0,0-2 0,64-18 0,-112 24 0,-1-1 0,1 0 0,16-9 0,-25 12 0,0-1 0,0 1 0,0 0 0,0-1 0,-1 1 0,1-1 0,0 1 0,0-1 0,-1 0 0,1 1 0,0-1 0,-1 1 0,1-1 0,0 0 0,-1 0 0,1 1 0,-1-1 0,1 0 0,-1 0 0,0 0 0,1 0 0,-1 0 0,0 1 0,0-1 0,1 0 0,-1 0 0,0 0 0,0 0 0,0 0 0,0 0 0,0 0 0,0 0 0,0 0 0,-1 0 0,1 0 0,0 1 0,0-1 0,-1 0 0,1 0 0,-1 0 0,1 0 0,0 1 0,-1-1 0,0 0 0,1 0 0,-1 1 0,1-1 0,-1 0 0,0 1 0,0-1 0,1 1 0,-2-1 0,-5-5 0,0 2 0,0-1 0,-1 1 0,1 0 0,-1 0 0,0 1 0,0 0 0,-1 1 0,-16-3 0,-10-1 0,-38 0 0,60 5 0,-133-5 0,-159 13 0,300-7 0,0 1 0,0 0 0,0 1 0,0-1 0,1 1 0,-1 0 0,-7 4 0,11-6 0,1 1 0,-1-1 0,1 0 0,-1 1 0,1-1 0,-1 0 0,1 1 0,-1-1 0,1 0 0,0 1 0,-1-1 0,1 1 0,0-1 0,-1 0 0,1 1 0,0-1 0,0 1 0,-1-1 0,1 1 0,0 0 0,0-1 0,0 1 0,0-1 0,0 1 0,0-1 0,0 1 0,0-1 0,0 1 0,1 1 0,-1-1 0,1 0 0,0 0 0,0 0 0,0 0 0,1-1 0,-1 1 0,0 0 0,0 0 0,0-1 0,1 1 0,-1 0 0,0-1 0,0 1 0,1-1 0,-1 0 0,2 1 0,39 7 0,0-2 0,0-1 0,0-2 0,56-4 0,-30 1 0,64-1 0,-1-5 0,0-6 0,135-29 0,-43 4 0,-188 31 0,62-19 0,1-1 0,-85 23 0,0 0 0,-1-1 0,1-1 0,-1 0 0,0 0 0,12-8 0,-17 8 0,0 1 0,0-1 0,-1 0 0,0 0 0,0-1 0,0 0 0,-1 0 0,0 0 0,0-1 0,7-13 0,8-18 0,-8 15 0,-1 0 0,11-32 0,-13 29 0,-4 13 0,-1 1 0,0-1 0,-1 1 0,2-16 0,-4 25 0,-1 0 0,0 0 0,0 1 0,0-1 0,-1 0 0,1 0 0,0 1 0,-1-1 0,0 0 0,0 1 0,1-1 0,-2 0 0,1 1 0,0-1 0,0 1 0,-1 0 0,1-1 0,-1 1 0,0 0 0,0 0 0,0 0 0,0 0 0,0 1 0,0-1 0,-3-1 0,-8-5 0,-1 2 0,0 0 0,-1 0 0,1 2 0,-1-1 0,0 2 0,0 0 0,0 1 0,-1 0 0,1 2 0,0-1 0,-20 3 0,-15 4 0,1 3 0,-68 19 0,-74 29 0,156-44 0,1 1 0,0 2 0,-40 26 0,65-36 0,-10 5 0,0 1 0,2 1 0,-1 1 0,2 0 0,-20 21 0,35-34 0,0 1 0,0-1 0,0 0 0,0 0 0,0 1 0,0-1 0,0 0 0,0 1 0,1-1 0,-1 1 0,0-1 0,1 1 0,-1 0 0,1-1 0,0 1 0,-1 0 0,1-1 0,0 1 0,0-1 0,0 1 0,0 0 0,1-1 0,-1 1 0,0 0 0,1-1 0,-1 1 0,1-1 0,-1 1 0,1-1 0,0 1 0,-1-1 0,1 1 0,0-1 0,0 0 0,0 1 0,0-1 0,1 0 0,-1 0 0,0 0 0,0 0 0,1 0 0,-1 0 0,0 0 0,1 0 0,-1 0 0,1-1 0,1 1 0,11 5 0,0 0 0,0-2 0,0 0 0,20 3 0,-22-4 0,77 13 0,0-4 0,0-3 0,1-5 0,-1-3 0,118-15 0,-167 9 0,58-5 0,-91 10 0,0 0 0,0 0 0,0 1 0,0 0 0,0 0 0,-1 0 0,1 1 0,0 0 0,-1 0 0,10 6 0,-15-8 0,0 0 0,-1 1 0,1-1 0,-1 0 0,1 1 0,-1-1 0,1 1 0,-1-1 0,1 1 0,-1-1 0,0 1 0,1 0 0,-1-1 0,0 1 0,1-1 0,-1 1 0,0 0 0,0-1 0,0 1 0,1-1 0,-1 1 0,0 0 0,0-1 0,0 1 0,0 0 0,0-1 0,0 1 0,0 0 0,-1-1 0,1 1 0,0 0 0,0-1 0,0 1 0,-1 0 0,1-1 0,0 1 0,0-1 0,-1 1 0,1-1 0,-1 1 0,1-1 0,-1 1 0,1-1 0,-1 1 0,1-1 0,-1 1 0,1-1 0,-1 0 0,1 1 0,-2 0 0,-35 21 0,31-19 0,-57 34 0,2 2 0,1 3 0,2 3 0,-54 54 0,104-92 0,0 1 0,0-1 0,-1 0 0,0-1 0,0 0 0,-1-1 0,1 0 0,-1 0 0,0-1 0,-1 0 0,1 0 0,-1-2 0,1 1 0,-1-1 0,0-1 0,-13 1 0,-240-5 0,143-1 0,-169 16 0,223-4 0,-1-3 0,0-3 0,-93-9 0,-235-14 0,364 21 0,28 0 0,5 0 0,45 1 0,-19-1 0,31 0 0,259-8 0,-257 3 0,0-3 0,-1-2 0,77-24 0,46-28 0,144-41 0,-291 94 0,15-3 0,-1 1 0,2 2 0,62-2 0,-29 13 0,39-2 0,-116-1 0,0 0 0,0 0 0,0-1 0,0 0 0,0-1 0,-1 1 0,1-1 0,-1-1 0,0 1 0,0-1 0,0 0 0,0-1 0,0 1 0,-1-1 0,0 0 0,0 0 0,0-1 0,-1 1 0,0-1 0,0 0 0,4-8 0,5-12 0,-2-1 0,0 0 0,13-51 0,-21 64 0,4-16 0,5-49 0,-8 49 0,-3 24 0,1 1 0,0-1 0,0 1 0,0 0 0,1-1 0,0 1 0,0 0 0,0 0 0,1 1 0,-1-1 0,1 1 0,0 0 0,0 0 0,1 0 0,5-4 0,-3 3 0,-2 0 0,1 0 0,-1-1 0,1 1 0,-2-1 0,1 0 0,-1-1 0,7-12 0,9-52 0,-16 56 0,0-1 0,0 1 0,12-26 0,-15 40 0,-1-1 0,1 1 0,-1 0 0,1 0 0,-1 0 0,1 0 0,0 0 0,0 0 0,-1 0 0,1 0 0,0 0 0,0 0 0,0 0 0,0 0 0,0 0 0,0 1 0,0-1 0,0 0 0,0 1 0,1-1 0,-1 1 0,0-1 0,0 1 0,1 0 0,1-1 0,-2 2 0,1-1 0,-1 1 0,1 0 0,-1-1 0,1 1 0,-1 0 0,0 0 0,0 0 0,1 0 0,-1 0 0,0 0 0,0 0 0,0 1 0,0-1 0,0 0 0,0 1 0,1 1 0,5 11 0,-1 0 0,0 0 0,5 19 0,-9-28 0,28 105 0,18 130 0,-41-196 0,-6-39 0,1 2 0,0 1 0,-1 1 0,-1-1 0,1 0 0,-1 0 0,-1 10 0,0-16 0,1 0 0,-1 1 0,0-1 0,0 0 0,0 1 0,0-1 0,-1 0 0,1 0 0,0 0 0,-1 0 0,1 0 0,-1-1 0,0 1 0,0 0 0,0-1 0,0 1 0,0-1 0,0 0 0,0 1 0,0-1 0,0 0 0,-1 0 0,1-1 0,-4 2 0,-78 20 0,64-19 0,0 2 0,0 0 0,1 1 0,0 1 0,0 1 0,0 1 0,1 0 0,-22 16 0,-46 33 0,84-57 0,1 1 0,-1-1 0,0 1 0,1-1 0,0 1 0,-1 0 0,1 0 0,0-1 0,0 1 0,0 0 0,0 0 0,0 0 0,0 0 0,0 0 0,1 1 0,-1-1 0,1 0 0,0 0 0,-1 4 0,2-5 0,-1 1 0,0-1 0,1 1 0,-1-1 0,1 1 0,0-1 0,-1 1 0,1-1 0,0 0 0,0 1 0,0-1 0,0 0 0,0 0 0,0 0 0,0 1 0,0-1 0,1 0 0,-1-1 0,0 1 0,0 0 0,1 0 0,-1 0 0,1-1 0,-1 1 0,1-1 0,2 1 0,19 5 0,1-2 0,-1-1 0,1 0 0,0-2 0,-1-1 0,1-1 0,0-1 0,0 0 0,-1-2 0,33-10 0,-45 10 0,0 1 0,0-2 0,-1 0 0,0 0 0,1-1 0,-2 0 0,1-1 0,-1 0 0,15-14 0,-19 15 0,0 0 0,-1 0 0,0 0 0,0-1 0,0 0 0,0 0 0,-1 0 0,-1 0 0,1 0 0,-1 0 0,0-1 0,-1 1 0,1-1 0,-2 1 0,1-14 0,-1 12 0,0 0 0,0 1 0,-1-1 0,0 0 0,-1 1 0,0-1 0,-5-14 0,5 20 0,0 0 0,1 0 0,-1 0 0,0 0 0,-1 1 0,1-1 0,-1 1 0,1-1 0,-1 1 0,1 0 0,-1 0 0,0 0 0,0 1 0,0-1 0,0 0 0,-1 1 0,1 0 0,0 0 0,-1 0 0,1 0 0,0 1 0,-5-1 0,-23-2-575,-50 3 0,78 0 360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2:55.347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1 24505,'0'194'0,"767"-194"0,-767-194 0,-767 194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07.93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386 503 24575,'-75'-1'0,"-86"3"0,154-1 0,-1 1 0,1 0 0,0 0 0,0 0 0,0 1 0,0 0 0,0 0 0,0 1 0,1 0 0,0 0 0,0 0 0,0 1 0,-6 6 0,7-7 0,1 0 0,0 1 0,0 0 0,0 0 0,0 0 0,1 0 0,-1 0 0,2 1 0,-1-1 0,0 1 0,1 0 0,0 0 0,0 0 0,1 0 0,-2 11 0,4-13 0,-1-1 0,1 0 0,0 0 0,0 1 0,0-1 0,0 0 0,0 0 0,1 0 0,-1 0 0,1 0 0,0 0 0,0-1 0,0 1 0,0-1 0,1 1 0,-1-1 0,1 0 0,-1 0 0,1 0 0,0 0 0,-1 0 0,7 2 0,6 4 0,1-1 0,0-1 0,18 5 0,-33-11 0,14 5 0,1-1 0,-1-1 0,1-1 0,0 0 0,0 0 0,-1-2 0,1 0 0,0-1 0,0-1 0,0 0 0,-1-1 0,25-8 0,-29 7 0,0-1 0,0 0 0,-1-1 0,0 0 0,0 0 0,0-1 0,-1-1 0,0 1 0,0-1 0,-1-1 0,0 0 0,-1 0 0,0 0 0,0-1 0,-1 0 0,0-1 0,7-18 0,-5 7 0,-1 0 0,-1-1 0,-1 1 0,-2-1 0,3-39 0,-10-118 0,2 126 0,1 45 0,1-11 0,-1 1 0,-2 0 0,-4-20 0,7 38 0,0 0 0,0 0 0,0 0 0,0 0 0,0 0 0,-1 0 0,1 0 0,0 0 0,-1 0 0,1 0 0,-1 0 0,1 0 0,-1 0 0,0 1 0,1-1 0,-1 0 0,0 0 0,1 1 0,-1-1 0,0 0 0,0 1 0,0-1 0,0 0 0,0 1 0,0-1 0,1 1 0,-1 0 0,0-1 0,0 1 0,-1 0 0,1 0 0,0-1 0,0 1 0,0 0 0,0 0 0,0 0 0,0 0 0,0 0 0,0 1 0,0-1 0,0 0 0,0 0 0,0 1 0,0-1 0,0 0 0,0 1 0,0-1 0,0 1 0,0 0 0,1-1 0,-1 1 0,0 0 0,0-1 0,-1 2 0,-8 7 0,1 0 0,0 1 0,-14 18 0,12-15 0,-38 45 0,3 2 0,2 2 0,-43 82 0,73-116 0,1 1 0,1 1 0,2 0 0,-8 38 0,14-47 0,1-1 0,1 1 0,1 0 0,1 0 0,0 0 0,2-1 0,6 30 0,-6-40 0,0 0 0,1 0 0,1-1 0,-1 1 0,2-1 0,-1 1 0,1-1 0,1-1 0,-1 1 0,2-1 0,11 13 0,-12-15 0,1-1 0,0 0 0,0 0 0,0 0 0,1-1 0,-1 0 0,1 0 0,0-1 0,0 0 0,0-1 0,1 1 0,-1-2 0,1 1 0,9 0 0,-5-2 0,0 1 0,1-2 0,-1 0 0,0 0 0,0-1 0,0-1 0,0 0 0,0-1 0,-1 0 0,1-1 0,-1 0 0,0-1 0,-1 0 0,1-1 0,-1-1 0,-1 0 0,14-12 0,-13 10 0,-1-2 0,0 0 0,-1 0 0,0 0 0,-1-1 0,0 0 0,-1-1 0,0 0 0,-1 0 0,-1-1 0,-1 1 0,0-1 0,0 0 0,1-25 0,-2-44 0,-10-90 0,10 187 0,0 0 0,0-1 0,1 1 0,1-1 0,0 0 0,1 0 0,0-1 0,1 1 0,0-2 0,0 1 0,1-1 0,1 0 0,0 0 0,0-1 0,1 0 0,0-1 0,1 0 0,-1-1 0,2 0 0,-1-1 0,1 0 0,-1 0 0,2-2 0,-1 1 0,0-2 0,1 1 0,0-2 0,0 0 0,15 1 0,-13-3 0,0-1 0,0 0 0,0-1 0,0-1 0,0 0 0,-1-1 0,1 0 0,-1-1 0,0-1 0,24-14 0,-9 3 0,-1-2 0,-1 0 0,45-44 0,-56 47 0,-1 0 0,0-1 0,-2 0 0,0-1 0,-1-1 0,0 0 0,-2 0 0,0-1 0,-2 0 0,0-1 0,-1 0 0,-1-1 0,-1 1 0,4-42 0,-9 54 0,0-1 0,-1 1 0,0 0 0,0 0 0,-1 0 0,-1 0 0,1 0 0,-1 0 0,-1 1 0,0-1 0,0 1 0,0 0 0,-1 0 0,0 1 0,-8-10 0,9 13 0,0 0 0,0 0 0,0 0 0,0 0 0,-1 1 0,0 0 0,1 0 0,-1 0 0,0 0 0,0 1 0,-1 0 0,1 0 0,0 0 0,-1 1 0,1-1 0,-1 1 0,0 1 0,1-1 0,-1 1 0,0 0 0,1 0 0,-1 1 0,0-1 0,1 1 0,-8 3 0,7-2 0,0 1 0,0 0 0,0 0 0,1 1 0,-1 0 0,1 0 0,0 0 0,0 0 0,1 1 0,-1 0 0,1 0 0,0 0 0,0 0 0,1 1 0,0-1 0,0 1 0,0 0 0,0 0 0,-2 10 0,-3 11 0,2 0 0,0 1 0,-2 31 0,7-49-91,0 0 0,1 0 0,0 0 0,0 0 0,1 0 0,0 0 0,1 0 0,0 0 0,0 0 0,1-1 0,1 1 0,0-1 0,0 0 0,9 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16.32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198 340 24575,'14'8'0,"0"1"0,-1 1 0,0 0 0,16 16 0,17 13 0,-33-28 0,0-2 0,1 0 0,0 0 0,0-1 0,1-1 0,0 0 0,0-1 0,1-1 0,-1 0 0,1-1 0,26 2 0,-13-4 0,0-2 0,0 0 0,-1-3 0,1 0 0,0-2 0,-1 0 0,39-15 0,-54 16 0,0-1 0,0 0 0,0-1 0,-1 0 0,0-1 0,0-1 0,-1 0 0,0-1 0,0 0 0,-1 0 0,0-1 0,0 0 0,-1-1 0,-1 0 0,0-1 0,-1 1 0,9-19 0,-13 23 0,0-1 0,0 0 0,-1 0 0,0 0 0,0 0 0,-1-1 0,0 1 0,-1 0 0,0-1 0,0 1 0,-2-12 0,1 15 0,-1 1 0,1 0 0,0 0 0,-1 0 0,0 0 0,0 0 0,0 1 0,-1-1 0,1 0 0,-1 1 0,0 0 0,0 0 0,0 0 0,0 0 0,0 0 0,-1 0 0,1 1 0,-1 0 0,0-1 0,0 2 0,0-1 0,0 0 0,-5-1 0,-5 0 0,-1 0 0,1 0 0,-1 1 0,1 1 0,-1 1 0,1 0 0,-1 1 0,1 0 0,-1 1 0,1 1 0,0 0 0,0 1 0,0 1 0,-18 8 0,8-2 0,1 1 0,0 1 0,1 1 0,1 1 0,0 0 0,1 2 0,-20 21 0,24-21 0,2 1 0,0 0 0,1 1 0,1 1 0,0 0 0,2 0 0,0 1 0,-7 25 0,12-31 0,0 1 0,2-1 0,0 1 0,1 0 0,0 0 0,1 0 0,1 0 0,1 0 0,0 0 0,1 0 0,0 0 0,7 21 0,-6-30 0,0-1 0,0 0 0,0 0 0,1 0 0,0 0 0,0 0 0,1-1 0,-1 0 0,1 0 0,0 0 0,1 0 0,-1-1 0,1 0 0,0 0 0,0 0 0,0-1 0,1 0 0,-1 0 0,1-1 0,-1 1 0,11 1 0,6 1 0,1-1 0,1-1 0,-1-1 0,48-3 0,-60 1 0,0-2 0,0 1 0,0-2 0,-1 1 0,1-2 0,-1 0 0,0 0 0,0-1 0,0 0 0,0-1 0,-1 0 0,0-1 0,0 0 0,-1 0 0,0-1 0,0 0 0,-1-1 0,0 0 0,0 0 0,-1-1 0,0 0 0,-1 0 0,0-1 0,-1 1 0,0-1 0,0-1 0,-1 1 0,-1-1 0,3-17 0,1-7 0,-3 0 0,0-1 0,-3-59 0,-2 75 0,-1 0 0,-1 1 0,-1 0 0,0-1 0,-2 1 0,0 1 0,-16-35 0,19 49 0,0-1 0,-1 1 0,1-1 0,-1 1 0,0 0 0,-1 1 0,1-1 0,-1 1 0,0 0 0,0 0 0,0 0 0,0 1 0,-1 0 0,1 0 0,-1 0 0,0 0 0,0 1 0,0 0 0,-12-2 0,9 3 0,0 1 0,0-1 0,0 2 0,0-1 0,0 1 0,0 1 0,0 0 0,1 0 0,-1 1 0,1 0 0,-1 0 0,1 1 0,-12 7 0,0 2 0,0 1 0,0 1 0,2 1 0,0 0 0,1 2 0,1 0 0,-16 23 0,-89 149 0,99-150 0,15-30 0,2 0 0,0 1 0,0 0 0,-5 19 0,8-25 0,1 0 0,1 0 0,-1 0 0,1 0 0,0 0 0,0 1 0,0-1 0,1 0 0,0 0 0,0 0 0,0 0 0,1 0 0,1 5 0,-1-4 0,0 1 0,-1 0 0,0 0 0,0-1 0,-1 1 0,0 0 0,0 0 0,0 0 0,-1 0 0,0 0 0,-3 7 0,2-4 0,1-1 0,0 0 0,0 0 0,1 0 0,0 11 0,1-17 0,0 0 0,0 1 0,0-1 0,0 0 0,0 0 0,0 0 0,1 0 0,-1 0 0,1 0 0,0 0 0,0 0 0,0-1 0,1 1 0,-1-1 0,0 1 0,1-1 0,0 0 0,3 2 0,2 1 0,0 0 0,0-1 0,1-1 0,-1 1 0,1-1 0,0-1 0,0 1 0,14 0 0,7 1 0,40-2 0,-37-3 0,1-2 0,-1-1 0,0-1 0,-1-2 0,1-1 0,-1-2 0,-1-1 0,1-1 0,-2-2 0,0-1 0,-1-1 0,0-2 0,-2-1 0,29-25 0,-44 33 0,0-1 0,-1-1 0,-1 0 0,0 0 0,11-20 0,-18 28 0,0-1 0,-1 1 0,0 0 0,0 0 0,-1-1 0,0 1 0,0-1 0,1-8 0,-2 11 0,0 0 0,0 0 0,-1 0 0,1 1 0,-1-1 0,1 0 0,-1 0 0,0 1 0,0-1 0,0 1 0,-1-1 0,1 1 0,-1-1 0,1 1 0,-1 0 0,0 0 0,-3-4 0,-4-1 0,0 0 0,-1 1 0,1 0 0,-1 1 0,0 0 0,-1 0 0,1 1 0,-1 1 0,-18-4 0,-9 0 0,-57-4 0,22 5 0,-1 3 0,0 4 0,-76 9 0,35 16 0,-11 1 0,111-25 0,-1-1 0,0 0 0,1-1 0,-1-1 0,1-1 0,-22-4 0,-39-17 0,89 50 0,201 286 0,-208-305 0,-1 0 0,-1 1 0,1-1 0,-1 1 0,0 0 0,-1 0 0,0 1 0,2 12 0,-5-19 0,0 0 0,0 0 0,0 1 0,-1-1 0,1 0 0,-1 0 0,1 0 0,-1 0 0,0 0 0,0 0 0,-1 0 0,1 0 0,-1 0 0,1 0 0,-1-1 0,0 1 0,0-1 0,0 1 0,0-1 0,0 0 0,-1 1 0,1-1 0,-1-1 0,1 1 0,-1 0 0,0-1 0,0 1 0,-3 1 0,-15 6 0,0 0 0,0-1 0,-1-1 0,0-1 0,-1-1 0,1 0 0,-1-2 0,0-1 0,0-1 0,-28-2 0,85 3 0,48-4 0,-14 0 0,-56 2 0,234-11 0,-216 7 0,-1-1 0,1-1 0,-1-2 0,-1-1 0,0-2 0,34-16 0,64-44 0,62-30 0,32 3 0,-188 85 0,-26 11 0,0 0 0,1 0 0,-2-1 0,1 0 0,0 0 0,0 0 0,9-8 0,41-35 0,-41 35 0,0-1 0,0-1 0,12-14 0,-23 21 0,1 1 0,-1-1 0,0 0 0,-1 0 0,1-1 0,-1 1 0,-1-1 0,1 0 0,-1 0 0,0 0 0,1-13 0,-1-13 0,-2 22 0,0 21 0,-1 18 0,-2 29 0,6 77 0,-3-128 0,1-1 0,0 1 0,0 0 0,0-1 0,1 1 0,0-1 0,0 1 0,0-1 0,1 0 0,-1 0 0,1 0 0,1 0 0,-1-1 0,1 1 0,-1-1 0,1 0 0,9 7 0,-5-6 0,1 0 0,-1-1 0,1 0 0,-1 0 0,1-1 0,1 0 0,-1-1 0,0 0 0,0-1 0,13 1 0,-6-1 0,0-1 0,0 0 0,0-2 0,0 0 0,0 0 0,-1-2 0,1 0 0,-1-1 0,0 0 0,0-1 0,0-1 0,-1 0 0,0-1 0,-1 0 0,1-2 0,-2 1 0,1-1 0,-1-1 0,17-20 0,-19 19 0,0 0 0,-1-1 0,-1 1 0,0-1 0,-1-1 0,0 0 0,-1 0 0,0 0 0,-1-1 0,-1 0 0,0 1 0,-2-2 0,1 1 0,-2 0 0,0 0 0,0-1 0,-2 1 0,0 0 0,-1-1 0,-6-24 0,3 21 0,-2-1 0,0 2 0,-2-1 0,0 1 0,0 0 0,-2 1 0,0 0 0,-15-16 0,21 27 0,-1 1 0,0-1 0,0 1 0,0 0 0,0 0 0,-1 1 0,0 0 0,0 0 0,0 1 0,-9-4 0,10 6 0,1 0 0,-1 0 0,0 0 0,1 0 0,-1 1 0,0 0 0,1 0 0,-1 1 0,0 0 0,1 0 0,-1 0 0,1 0 0,-1 1 0,1 0 0,-9 4 0,4 0 0,1-1 0,0 1 0,1 1 0,0-1 0,0 2 0,0-1 0,1 1 0,0 0 0,0 0 0,1 1 0,0 0 0,1 0 0,-1 1 0,2-1 0,-7 19 0,-1 10 0,2 2 0,-10 72 0,14-70 0,1-13 0,1-11 0,1-1 0,0 30 0,3-42 0,0 0 0,0 0 0,1 0 0,0-1 0,0 1 0,0 0 0,0-1 0,1 1 0,0-1 0,0 1 0,0-1 0,0 0 0,1 0 0,4 6 0,2-2 0,0 0 0,0 0 0,0-1 0,1 0 0,0-1 0,1 0 0,-1-1 0,19 7 0,-9-5 0,1 0 0,-1-2 0,41 6 0,-58-10 0,0-1 0,0 1 0,-1-1 0,1 0 0,0 0 0,0 0 0,0 0 0,0-1 0,0 1 0,0-1 0,0 1 0,-1-1 0,1 0 0,0 0 0,0 0 0,-1-1 0,1 1 0,-1-1 0,1 1 0,-1-1 0,0 0 0,1 0 0,-1 0 0,0 0 0,0 0 0,-1 0 0,1-1 0,0 1 0,-1-1 0,1 1 0,-1-1 0,0 0 0,0 1 0,0-1 0,1-5 0,-1-2 0,1-1 0,-2 0 0,0 1 0,0-1 0,-1 1 0,0-1 0,-1 1 0,-5-18 0,0 4 0,0 0 0,-2 1 0,-1-1 0,-1 2 0,-1 0 0,0 0 0,-23-27 0,25 37 0,0 0 0,-1 0 0,-1 2 0,0-1 0,0 1 0,-1 1 0,-1 0 0,1 1 0,-1 1 0,-1 0 0,1 1 0,-1 0 0,-16-3 0,18 6 0,1 1 0,-1 1 0,0 1 0,0-1 0,0 2 0,0 0 0,0 1 0,1 0 0,-1 0 0,1 2 0,-1-1 0,1 2 0,0 0 0,0 0 0,1 1 0,0 0 0,-13 10 0,6-3 0,0 0 0,1 1 0,1 1 0,1 1 0,0 0 0,1 1 0,0 1 0,2 0 0,-15 26 0,21-31 0,0-1 0,1 1 0,0 0 0,1 1 0,0-1 0,1 1 0,1 0 0,0-1 0,1 1 0,1 25 0,1-29 0,1 0 0,0-1 0,0 1 0,1-1 0,0 0 0,0 1 0,1-1 0,0-1 0,1 1 0,0-1 0,1 0 0,-1 0 0,1 0 0,1-1 0,0 0 0,7 6 0,-1-2 0,0-2 0,1 0 0,1 0 0,-1-1 0,1-1 0,0-1 0,1 0 0,-1-1 0,26 5 0,-17-5 0,0-2 0,1 0 0,0-2 0,0-1 0,41-5 0,-58 4 0,0 0 0,0-1 0,0 0 0,-1 0 0,1-1 0,-1 0 0,1 0 0,-1-1 0,0 0 0,8-6 0,-6 3 0,-1-2 0,1 1 0,-1-1 0,-1 0 0,0-1 0,8-13 0,31-47 0,-16 26 0,-2-2 0,-2 0 0,38-94 0,-62 137 0,-1-1 0,0 1 0,0 0 0,-1-1 0,1 1 0,-1-1 0,1 1 0,-1-1 0,0 1 0,-1-1 0,1 1 0,0-1 0,-1 1 0,0-1 0,0 1 0,0-1 0,0 1 0,-1 0 0,1 0 0,-3-5 0,1 6 0,1-1 0,-1 1 0,1 0 0,-1 0 0,0-1 0,0 2 0,0-1 0,0 0 0,0 1 0,0-1 0,-1 1 0,1 0 0,0 0 0,-1 0 0,1 1 0,0-1 0,-1 1 0,1 0 0,-1-1 0,-4 2 0,4-1 0,0 0 0,1 1 0,-1-1 0,0 1 0,1 0 0,-1 0 0,1 0 0,-1 0 0,1 1 0,-1-1 0,1 1 0,0 0 0,0 0 0,0 0 0,0 0 0,0 1 0,-4 4 0,4-3 0,0 0 0,0 1 0,1-1 0,0 0 0,-1 1 0,2 0 0,-1 0 0,0-1 0,1 1 0,0 0 0,-1 10 0,2-6 0,0 0 0,0 0 0,0 0 0,1 1 0,1-1 0,0 0 0,0 0 0,0-1 0,1 1 0,1 0 0,-1-1 0,1 0 0,1 0 0,7 10 0,-1-6 0,1 0 0,0-2 0,0 1 0,1-2 0,1 0 0,0 0 0,0-1 0,0-1 0,1 0 0,0-1 0,1-1 0,27 7 0,-23-8 0,1 0 0,-1-2 0,1 0 0,0-1 0,0-1 0,-1-1 0,1-1 0,0 0 0,31-9 0,-40 7 0,-1 1 0,1-2 0,-1 1 0,0-2 0,-1 1 0,0-2 0,1 1 0,-2-1 0,1-1 0,-1 1 0,0-2 0,-1 1 0,0-1 0,0-1 0,-1 1 0,-1-1 0,1 0 0,-1-1 0,-1 0 0,0 0 0,-1 0 0,0 0 0,5-23 0,-2-20 0,-3 0 0,-2 0 0,-3 0 0,-10-81 0,10 126 0,0-1 0,-1 0 0,0 1 0,-1 0 0,0-1 0,0 1 0,-9-16 0,11 22 0,-1 1 0,0 0 0,0-1 0,1 1 0,-1 0 0,0 0 0,-1 0 0,1 1 0,0-1 0,-1 0 0,1 1 0,-1 0 0,1-1 0,-1 1 0,1 0 0,-1 0 0,0 1 0,0-1 0,1 0 0,-1 1 0,0 0 0,0 0 0,0-1 0,0 2 0,1-1 0,-1 0 0,0 1 0,0-1 0,0 1 0,1 0 0,-4 1 0,-7 3 0,-1 0 0,1 2 0,0-1 0,0 2 0,1 0 0,-13 9 0,-66 63 0,78-68 0,-15 15 0,0 2 0,2 0 0,-31 46 0,45-57 0,1 1 0,1 0 0,1 1 0,0 0 0,1 0 0,2 1 0,-8 37 0,13-52 0,0 0 0,1 0 0,0 0 0,0-1 0,0 1 0,0 0 0,1 0 0,0-1 0,0 1 0,1 0 0,0-1 0,0 1 0,0-1 0,1 0 0,-1 1 0,1-1 0,5 6 0,-1-3 0,-1-1 0,2 0 0,-1-1 0,1 1 0,0-1 0,0-1 0,1 0 0,-1 0 0,14 5 0,21 8 0,1-2 0,0-2 0,1-1 0,0-3 0,1-2 0,0-2 0,49 1 0,-90-8 0,1 0 0,0 0 0,0 0 0,-1-1 0,1 0 0,-1 0 0,1 0 0,-1-1 0,0 1 0,0-1 0,0-1 0,0 1 0,-1-1 0,1 0 0,-1 0 0,0 0 0,0 0 0,0-1 0,2-4 0,6-9 0,0 1 0,-2-2 0,16-37 0,-21 44 0,0-1 0,-1 0 0,-1 0 0,0-1 0,-1 1 0,0-1 0,-1 1 0,0-1 0,-2 0 0,-2-23 0,2 31 0,0 0 0,-1 0 0,0 0 0,0 0 0,0 0 0,-1 0 0,0 0 0,0 1 0,0-1 0,-1 1 0,0 0 0,0 0 0,0 1 0,0-1 0,-1 1 0,0 0 0,0 0 0,0 0 0,-1 0 0,1 1 0,-1 0 0,1 1 0,-1-1 0,0 1 0,-7-2 0,6 2 0,1 0 0,-2 0 0,1 0 0,0 1 0,0 0 0,0 1 0,-1 0 0,1 0 0,0 0 0,0 1 0,0 0 0,-1 0 0,1 1 0,0 0 0,0 0 0,1 1 0,-1 0 0,0 0 0,1 0 0,-9 7 0,-10 13 0,1 2 0,0 0 0,2 2 0,1 1 0,1 0 0,2 1 0,0 1 0,2 1 0,2 0 0,1 1 0,-18 65 0,29-87 0,-1 1 0,2 0 0,-1-1 0,1 1 0,1 14 0,0-22 0,1 0 0,-1 0 0,1 1 0,0-1 0,-1 0 0,1 0 0,1 0 0,-1 0 0,0 0 0,1 0 0,-1 0 0,1-1 0,0 1 0,0 0 0,0-1 0,0 0 0,1 1 0,-1-1 0,1 0 0,-1 0 0,6 3 0,-2-2 0,1 0 0,0 1 0,0-2 0,0 1 0,0-1 0,0 0 0,1-1 0,-1 0 0,0 0 0,1 0 0,-1-1 0,1 0 0,-1-1 0,1 0 0,10-2 0,-8 0 0,0 0 0,0-1 0,0-1 0,0 0 0,-1 0 0,0 0 0,0-2 0,0 1 0,15-15 0,-10 7 0,-1-2 0,0 1 0,-1-2 0,0 1 0,-2-2 0,0 1 0,-1-1 0,0-1 0,-2 0 0,0 0 0,4-21 0,-8 25 0,-1 1 0,0 0 0,-1 0 0,0-1 0,-2-18 0,1 30 0,-1 0 0,1 0 0,-1 0 0,1 0 0,-1 0 0,0 0 0,0 0 0,0 1 0,0-1 0,-1 0 0,1 1 0,-1-1 0,0 1 0,1 0 0,-1-1 0,0 1 0,-1 0 0,1 0 0,0 0 0,0 0 0,-1 1 0,1-1 0,-1 1 0,0-1 0,1 1 0,-1 0 0,0 0 0,0 0 0,0 0 0,0 1 0,-5-1 0,1 1 0,1 0 0,0 1 0,0 0 0,-1 0 0,1 0 0,0 1 0,0 0 0,0 1 0,1-1 0,-1 1 0,0 0 0,1 0 0,0 1 0,0-1 0,0 1 0,0 1 0,1-1 0,-1 0 0,-5 9 0,-1 1 0,0 0 0,1 1 0,0 0 0,1 1 0,-10 27 0,11-25 0,2 0 0,0 1 0,2 0 0,0 0 0,1 0 0,1 1 0,0-1 0,3 38 0,0-47 0,1-1 0,0 1 0,0 0 0,1-1 0,0 0 0,1 0 0,0 0 0,0 0 0,1 0 0,0-1 0,0 0 0,1 0 0,0 0 0,1-1 0,0 1 0,0-2 0,0 1 0,1-1 0,10 6 0,-13-8 0,0-1 0,0-1 0,1 1 0,-1-1 0,0 0 0,1 0 0,0 0 0,-1-1 0,9 1 0,-11-1 0,0-1 0,-1-1 0,1 1 0,-1 0 0,1-1 0,0 1 0,-1-1 0,1 0 0,-1 1 0,1-1 0,-1-1 0,0 1 0,0 0 0,1 0 0,-1-1 0,0 0 0,0 1 0,0-1 0,0 0 0,0 0 0,-1 0 0,1 0 0,2-4 0,4-8 0,-1 0 0,-1-1 0,0 0 0,-1-1 0,0 1 0,-1-1 0,3-26 0,-2-7 0,-2-61 0,-3 92 0,-1 0 0,-1 0 0,0 0 0,-1 1 0,-1-1 0,-1 1 0,-1 0 0,0 0 0,-1 1 0,-18-31 0,17 35 0,-1 0 0,0 1 0,0 0 0,-1 1 0,0 0 0,-1 1 0,0 0 0,-1 0 0,0 1 0,0 1 0,-1 0 0,0 1 0,0 0 0,-16-5 0,15 7 0,1 0 0,-1 1 0,0 1 0,0 0 0,0 0 0,-15 1 0,24 1 0,1 1 0,-1-1 0,1 1 0,-1 0 0,1 0 0,0 0 0,-1 0 0,1 1 0,0 0 0,0 0 0,0 0 0,0 0 0,0 1 0,1-1 0,-1 1 0,1 0 0,-1 0 0,1 1 0,0-1 0,0 0 0,1 1 0,-4 5 0,1 3 0,0 0 0,0 0 0,2 0 0,-1 0 0,2 1 0,0 0 0,0-1 0,1 19 0,1 10 0,7 52 0,-6-84 0,1-1 0,0 1 0,0 0 0,1-1 0,0 0 0,1 0 0,0 0 0,0 0 0,1 0 0,0-1 0,0 0 0,1 0 0,0 0 0,0-1 0,0 0 0,1 0 0,0-1 0,0 1 0,0-1 0,1-1 0,0 0 0,0 0 0,16 6 0,-7-4 0,1-1 0,0 0 0,0-2 0,0 0 0,0-1 0,0 0 0,0-2 0,1 0 0,-1-1 0,31-6 0,-42 5 0,0 0 0,-1 0 0,0 0 0,1-1 0,-1 0 0,0-1 0,-1 1 0,1-1 0,0 0 0,-1 0 0,0-1 0,0 0 0,0 0 0,-1 0 0,0 0 0,7-11 0,2-7 0,-2-1 0,0 1 0,8-31 0,1 1 0,-11 31 0,0 0 0,-2-1 0,0 0 0,-2 0 0,3-26 0,-7 43 0,-1-1 0,0 0 0,0 0 0,0 0 0,-1 0 0,0 0 0,0 0 0,-1 1 0,0-1 0,0 0 0,0 1 0,-1 0 0,0-1 0,0 1 0,-1 0 0,0 1 0,0-1 0,0 1 0,0-1 0,-1 1 0,-10-8 0,2 4 0,0 2 0,0 0 0,-1 0 0,1 1 0,-2 1 0,1 0 0,0 1 0,-1 0 0,0 1 0,-25-1 0,14 2 0,1 2 0,0 1 0,0 0 0,-1 2 0,-40 10 0,36-3 0,0 0 0,0 2 0,-51 30 0,-79 60 0,139-88 0,-159 127 0,173-134 0,5-6 0,0 0 0,0 1 0,1-1 0,-1 1 0,1 0 0,-1-1 0,1 1 0,-1 0 0,1 0 0,0 0 0,0 0 0,0 0 0,0 0 0,0 0 0,1 0 0,-1 1 0,1-1 0,-1 0 0,1 3 0,0-3 0,1 0 0,-1 0 0,1 0 0,0 0 0,-1 0 0,1 0 0,0 0 0,0 0 0,1 0 0,-1 0 0,0-1 0,1 1 0,-1-1 0,1 1 0,-1-1 0,1 1 0,-1-1 0,1 0 0,0 1 0,3 0 0,17 9 0,0-1 0,1-1 0,0-1 0,42 9 0,-33-9 0,60 23 0,-55-12 0,-2 1 0,0 2 0,40 33 0,-70-51 0,-2-1 0,20 17 0,-23-20 0,1 0 0,-1 0 0,0 1 0,0-1 0,1 0 0,-1 1 0,0-1 0,0 1 0,1-1 0,-1 0 0,0 1 0,0-1 0,0 1 0,0-1 0,0 0 0,0 1 0,1-1 0,-1 1 0,0-1 0,0 1 0,0-1 0,0 0 0,-1 1 0,1-1 0,0 1 0,0-1 0,0 1 0,0-1 0,0 0 0,0 1 0,-1-1 0,1 0 0,0 1 0,0-1 0,-1 1 0,1-1 0,0 0 0,0 1 0,-1-1 0,1 0 0,0 0 0,-1 1 0,1-1 0,-1 0 0,1 0 0,0 0 0,-1 1 0,1-1 0,-1 0 0,1 0 0,0 0 0,-1 0 0,1 0 0,-1 0 0,1 0 0,-1 0 0,-20 4 0,-1-2 0,1 0 0,-1-2 0,-34-2 0,18 0 0,14 0 0,39 1 0,44 0 0,11 1 0,92-3 0,-133 1 0,0-2 0,1-1 0,41-13 0,-29 6 0,50-8 0,-71 14 0,0-1 0,-1 0 0,0-2 0,0 0 0,19-12 0,3-2 0,9-5 0,-30 16 0,36-16 0,-49 23 0,0 1 0,-1-1 0,1 0 0,-1-1 0,0 0 0,0 0 0,-1-1 0,0 1 0,0-1 0,0-1 0,-1 1 0,0-1 0,-1 0 0,0 0 0,0 0 0,0 0 0,-1-1 0,-1 0 0,1 0 0,1-11 0,-5 15 0,0-1 0,1 1 0,-2 0 0,1-1 0,-1 1 0,1 0 0,-2 0 0,1 0 0,0 1 0,-1-1 0,0 0 0,0 1 0,0 0 0,-1 0 0,1 0 0,-1 0 0,0 0 0,-8-5 0,-7-5 0,1 1 0,-41-21 0,55 32 0,-1 0 0,1 0 0,0 0 0,0 1 0,-1 0 0,1 0 0,-1 0 0,1 0 0,-1 1 0,1 0 0,-1 0 0,0 0 0,1 0 0,-1 1 0,1 0 0,-1 0 0,1 0 0,0 0 0,-1 1 0,1 0 0,0-1 0,0 2 0,0-1 0,0 0 0,0 1 0,1 0 0,-1 0 0,1 0 0,-4 4 0,-2 3 0,0 1 0,1-1 0,1 2 0,0-1 0,0 1 0,1 0 0,1 0 0,-8 24 0,8-18 0,0 1 0,2-1 0,0 1 0,2-1 0,0 1 0,0 0 0,2-1 0,0 1 0,2 0 0,7 30 0,-7-38 0,0 0 0,2 1 0,-1-2 0,1 1 0,1-1 0,0 1 0,0-1 0,1-1 0,0 0 0,1 0 0,0 0 0,1-1 0,-1 0 0,1 0 0,1-1 0,0-1 0,20 12 0,-17-12 0,1-1 0,0 0 0,0 0 0,0-1 0,0-1 0,0-1 0,25 2 0,-32-4 0,0 0 0,0 0 0,0-1 0,0 0 0,1-1 0,-1 1 0,0-1 0,-1 0 0,1-1 0,0 0 0,-1 0 0,1 0 0,-1-1 0,0 0 0,0 0 0,-1-1 0,6-4 0,4-9 0,0 0 0,-1 0 0,-1-1 0,-1-1 0,-1 0 0,-1-1 0,-1 0 0,0 0 0,-2-1 0,0 0 0,-1 0 0,-2-1 0,3-30 0,-6 51 0,-1 0 0,0 0 0,0 1 0,0-1 0,0 0 0,0 0 0,0 0 0,0 1 0,0-1 0,-1 0 0,1 1 0,-1-1 0,1 0 0,-1 1 0,0-1 0,0 0 0,0 1 0,1-1 0,-1 1 0,-1 0 0,1-1 0,0 1 0,0 0 0,0-1 0,-1 1 0,1 0 0,-1 0 0,1 0 0,-1 0 0,1 1 0,-1-1 0,1 0 0,-1 1 0,0-1 0,1 1 0,-1-1 0,0 1 0,0 0 0,-3-1 0,-2 2 0,0 0 0,-1 0 0,1 0 0,0 1 0,-1 0 0,1 0 0,0 1 0,-10 5 0,3 0 0,0 0 0,1 1 0,0 0 0,0 1 0,1 0 0,1 1 0,-17 19 0,22-22 0,0 0 0,0 0 0,0 1 0,1-1 0,1 1 0,0 0 0,0 1 0,0-1 0,1 1 0,1 0 0,0 0 0,-2 19 0,4-24 0,0 0 0,0 0 0,1 0 0,-1 0 0,1 0 0,0 0 0,1-1 0,-1 1 0,1 0 0,0-1 0,0 1 0,1-1 0,-1 0 0,1 0 0,0 0 0,0 0 0,0 0 0,0-1 0,1 1 0,0-1 0,0 0 0,-1 0 0,2 0 0,-1-1 0,0 1 0,1-1 0,-1 0 0,1 0 0,-1-1 0,8 3 0,-1-2 0,1 1 0,-1-2 0,0 1 0,1-2 0,-1 1 0,1-2 0,-1 1 0,1-2 0,-1 1 0,1-2 0,-1 1 0,13-6 0,-6 0 0,0 0 0,0 0 0,-1-2 0,-1 0 0,0-1 0,0-1 0,-1 0 0,0-1 0,13-15 0,-24 22 0,1 0 0,0 0 0,-1 0 0,0 0 0,-1 0 0,1-1 0,-1 0 0,-1 0 0,1 0 0,-1 0 0,0 0 0,-1-1 0,0 1 0,0 0 0,0-1 0,-1 1 0,0-1 0,-1 1 0,1 0 0,-1-1 0,-1 1 0,0 0 0,0 0 0,0 0 0,-1 0 0,-5-11 0,2 8 0,-1 0 0,0 1 0,-1 0 0,1 0 0,-2 1 0,1 0 0,-1 1 0,0 0 0,-1 0 0,0 1 0,0 0 0,0 0 0,-1 1 0,0 1 0,0 0 0,-21-5 0,29 9 0,-1 0 0,1 0 0,-1 0 0,0 0 0,1 1 0,-1 0 0,1-1 0,-1 1 0,1 1 0,-1-1 0,1 0 0,0 1 0,-1 0 0,1 0 0,0 0 0,0 0 0,0 0 0,1 0 0,-1 1 0,0-1 0,1 1 0,0 0 0,0 0 0,0 0 0,0 0 0,0 0 0,0 1 0,-1 3 0,-2 4 0,0 1 0,1 0 0,0 0 0,1 0 0,0 0 0,1 0 0,0 13 0,1-21 0,1 0 0,1 0 0,-1-1 0,1 1 0,-1 0 0,1 0 0,0-1 0,0 1 0,1-1 0,1 5 0,-3-7 0,1 0 0,-1-1 0,1 1 0,-1 0 0,1-1 0,-1 1 0,1-1 0,0 1 0,-1 0 0,1-1 0,0 1 0,-1-1 0,1 0 0,0 1 0,-1-1 0,1 0 0,0 1 0,0-1 0,0 0 0,0 1 0,1-2 0,-1 1 0,0 0 0,0 0 0,1-1 0,-1 1 0,0 0 0,0-1 0,0 1 0,0-1 0,0 0 0,1 1 0,-1-1 0,0 0 0,0 1 0,0-1 0,-1 0 0,3-2 0,2-3 0,0-1 0,-1 0 0,1 0 0,-1 0 0,-1 0 0,1-1 0,-1 0 0,0 1 0,-1-1 0,0 0 0,0 0 0,-1-1 0,0-7 0,0 2 0,0-1 0,-1 1 0,-1 0 0,0 0 0,-1 0 0,-8-26 0,6 28 0,-1 0 0,-1 1 0,0-1 0,-1 1 0,0 1 0,-1 0 0,0 0 0,0 0 0,-1 1 0,-1 0 0,1 1 0,-1 0 0,-1 0 0,1 1 0,-1 0 0,-1 1 0,-19-7 0,23 11-6,-1 1 0,1 1 0,0-1 0,-1 1 0,1 1 0,-1 0 0,1 0 0,0 0 0,-1 1 1,1 1-1,0-1 0,0 1 0,-7 4 0,-19 5-1276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25.255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0 324 24569,'3403'-324'0,"-6550"324"0,2891 324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56.36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0 194 24575,'113'-4'0,"-58"0"0,72 6 0,-92 4 0,14 0 0,60-1 0,71 6 0,716-5 0,-823-6 0,456 9 0,25-4 0,-306-7 0,102-4 0,-322 6 0,0-1 0,0-1 0,0-2 0,0-1 0,42-12 0,-56 10 0,0-1 0,-1 0 0,1-1 0,17-16 0,-1 1 0,6-1 0,47-38 0,-82 63 0,-1 0 0,1-1 0,-1 1 0,1 0 0,-1-1 0,1 1 0,-1 0 0,0-1 0,1 1 0,-1-1 0,1 1 0,-1-1 0,0 1 0,1-1 0,-1 1 0,0-1 0,0 1 0,0-1 0,1 1 0,-1-1 0,0 1 0,0-1 0,0 1 0,0-1 0,0 0 0,0 1 0,0-1 0,0 1 0,0-1 0,0 1 0,0-1 0,0 0 0,0 1 0,-1-1 0,1 1 0,0-2 0,-2 1 0,1 0 0,-1 0 0,1 0 0,-1 0 0,0 1 0,1-1 0,-1 0 0,0 1 0,1-1 0,-1 1 0,0 0 0,-1-1 0,-7 0 0,1 0 0,0 1 0,-19 1 0,-126 30 0,94-10 0,13-3 0,17-10 0,4-1 0,-1 1 0,-28 14 0,33-13 0,0-2 0,0 0 0,-35 6 0,30-8 0,-48 16 0,75-21 0,0 0 0,0 0 0,-1 0 0,1 0 0,0 0 0,0 0 0,0 0 0,-1 1 0,1-1 0,0 0 0,0 0 0,-1 0 0,1 0 0,0 0 0,0 0 0,0 0 0,0 0 0,-1 0 0,1 1 0,0-1 0,0 0 0,0 0 0,0 0 0,-1 0 0,1 0 0,0 1 0,0-1 0,0 0 0,0 0 0,0 0 0,0 1 0,0-1 0,0 0 0,-1 0 0,1 0 0,0 1 0,0-1 0,0 0 0,0 0 0,0 1 0,0-1 0,0 0 0,0 0 0,1 1 0,10 4 0,20 0 0,37-1 0,0-3 0,1-3 0,-1-3 0,0-3 0,87-22 0,-103 10 0,-45 17 0,0-1 0,-1 2 0,1-1 0,0 1 0,0 0 0,0 0 0,1 1 0,12-1 0,0 2 0,-1 0 0,1-1 0,0-1 0,-1 0 0,31-9 0,-36 5 0,1 2 0,0 0 0,0 1 0,1 0 0,-1 1 0,0 1 0,31 1 0,-45 0 0,1 1 0,0 0 0,-1-1 0,1 1 0,-1 0 0,1 0 0,-1 0 0,1 0 0,-1 0 0,1 1 0,-1-1 0,0 0 0,0 1 0,0-1 0,0 0 0,0 1 0,0 0 0,0-1 0,0 1 0,0-1 0,-1 1 0,1 0 0,0 2 0,10 46 0,-10-42 0,0-5 0,1 9 0,0-1 0,-1 1 0,0 15 0,-2-22 0,1-1 0,-1 0 0,0 1 0,0-1 0,-1 0 0,1 1 0,-1-1 0,0 0 0,0 0 0,0 0 0,-6 6 0,8-9 0,-10 12 0,0 0 0,-17 15 0,23-24 0,-1 0 0,0 0 0,0-1 0,0 0 0,-1 0 0,1 0 0,-1-1 0,1 0 0,-1 0 0,-6 1 0,-238 41 0,57-11 0,57-6 0,-234 16 0,194-37 0,-195 32 0,59-7 0,230-26 0,70-4 0,-5-1 0,0 2 0,1 0 0,0 1 0,-19 5 0,32-4 0,12-1 0,14 1 0,405-1 0,-237-5 0,957 2 0,-1138 0 0,0-1 0,-1-1 0,1 0 0,-1 0 0,12-5 0,-11 4 0,0 0 0,1 0 0,17-1 0,-6 3 0,32-5 0,-51 6 0,1-1 0,-1 0 0,0-1 0,0 1 0,0-1 0,0 1 0,0-1 0,0 0 0,0 0 0,0 0 0,-1-1 0,1 1 0,3-5 0,-5 5 0,-1 0 0,1 0 0,-1 0 0,1 0 0,-1 0 0,0 1 0,0-1 0,0 0 0,0 0 0,0 0 0,0 0 0,-1 0 0,1 0 0,-1 0 0,1 0 0,-1 1 0,0-1 0,1 0 0,-1 0 0,0 1 0,0-1 0,0 1 0,-1-1 0,1 1 0,0-1 0,-3-2 0,-4-5 0,0 0 0,-19-14 0,-14-4 0,34 24 0,1-1 0,0 1 0,-1-1 0,2 0 0,-1-1 0,0 0 0,1 0 0,0 0 0,0 0 0,0-1 0,-4-8 0,2 6 0,1-1 0,-1 1 0,-1 0 0,1 1 0,-1 0 0,-1 0 0,1 1 0,-1 0 0,0 0 0,0 1 0,-12-4 0,-42-30 0,58 37 0,0-1 0,0 1 0,0 1 0,0-1 0,0 1 0,-1 0 0,-6-1 0,-12-3 0,14 1 0,0 0 0,0-1 0,1 0 0,0 0 0,-10-8 0,10 6 0,-1 0 0,0 1 0,-1 1 0,-12-6 0,-2 2 0,-11-4 0,-66-15 0,94 26 0,0 0 0,0-1 0,0 0 0,0 0 0,0-1 0,-9-6 0,-25-11 0,37 20 0,0 0 0,1 0 0,-1 0 0,0 0 0,0 1 0,0 0 0,1 0 0,-1 0 0,0 0 0,0 1 0,0 0 0,0 0 0,1 0 0,-1 1 0,1-1 0,-1 1 0,1 0 0,-1 0 0,1 1 0,0-1 0,-4 5 0,4-4 0,-1 0 0,1-1 0,-1 1 0,0-1 0,0 0 0,-10 3 0,-10 9 0,22-12 0,0 1 0,0-1 0,0 0 0,-1 0 0,1-1 0,-7 3 0,-62 19 0,49-15 0,0-1 0,0 0 0,0-2 0,-26 3 0,-150 3 0,92-5 0,99-5 0,1 1 0,0 0 0,0 1 0,0 0 0,0 0 0,0 0 0,1 1 0,-7 5 0,-28 13 0,15-13-1365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4:16.839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2632 31 24575,'44'-3'0,"-17"-2"0,-25 5 0,-1 0 0,0-1 0,1 1 0,-1 0 0,0-1 0,1 1 0,-1-1 0,0 0 0,0 1 0,1-1 0,-1 0 0,0 0 0,0 0 0,0 0 0,0 0 0,1-1 0,-2 2 10,0-1-1,0 1 1,-1 0-1,1 0 0,0-1 1,0 1-1,0 0 1,-1-1-1,1 1 0,0 0 1,0 0-1,-1-1 1,1 1-1,0 0 1,0 0-1,-1 0 0,1 0 1,0-1-1,-1 1 1,1 0-1,0 0 1,-1 0-1,1 0 0,0 0 1,-1 0-1,1 0 1,0 0-1,-1 0 0,1 0 1,-1 0-1,1 0 1,0 0-1,-1 0 1,1 0-1,-17 2-942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4:08.855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29.262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30.968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514 5 24575,'-138'-2'0,"37"-1"0,-127 13 0,191-3 0,27 0 0,20-2 0,21 0 0,120-2 0,-18-1 0,-123-1 0,1 1 0,0 1 0,-1-1 0,1 2 0,-1 0 0,13 6 0,-10-4 0,0 0 0,23 5 0,-17-7 0,39 0 0,-42-3 0,1 0 0,-1 1 0,17 4 0,-32-6 5,0 0 1,-1 0-1,1 1 0,-1-1 0,1 0 0,0 0 1,-1 0-1,1 1 0,-1-1 0,1 0 0,-1 0 1,1 1-1,-1-1 0,1 1 0,-1-1 0,1 0 0,-1 1 1,1-1-1,-1 1 0,0-1 0,1 1 0,-1 0 1,-6 8 179,-31 8-651,23-11-738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31.710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337 1 24575,'-6'0'0,"-16"0"0,-11 0 0,-10 0 0,-13 0 0,-3 0 0,-2 0 0,5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3:32.643"/>
    </inkml:context>
    <inkml:brush xml:id="br0">
      <inkml:brushProperty name="width" value="0.35" units="cm"/>
      <inkml:brushProperty name="height" value="0.35" units="cm"/>
      <inkml:brushProperty name="color" value="#FFFDF3"/>
    </inkml:brush>
  </inkml:definitions>
  <inkml:trace contextRef="#ctx0" brushRef="#br0">0 0 24575,'5'0'0,"13"5"0,3 7 0,14 2 0,6-2 0,1-3 0,-1-3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5:38.853"/>
    </inkml:context>
    <inkml:brush xml:id="br0">
      <inkml:brushProperty name="width" value="0.2" units="cm"/>
      <inkml:brushProperty name="height" value="0.2" units="cm"/>
      <inkml:brushProperty name="color" value="#FFFDF3"/>
    </inkml:brush>
  </inkml:definitions>
  <inkml:trace contextRef="#ctx0" brushRef="#br0">1 1 24575,'143'16'0,"58"-11"0,-99 10 0,-81-13 0,0 0 0,0-1 0,35-3 0,-2 0 0,70 0 0,128 4 0,-179 9 0,35-6 0,-62-1 0,2-3 0,-34-1 0,1 0 0,-1 1 0,1 0 0,17 5 0,-5-1 0,0-1 0,0-2 0,0-1 0,50-3 0,-8 0 0,99 2-1365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5:52.552"/>
    </inkml:context>
    <inkml:brush xml:id="br0">
      <inkml:brushProperty name="width" value="0.2" units="cm"/>
      <inkml:brushProperty name="height" value="0.2" units="cm"/>
      <inkml:brushProperty name="color" value="#FFFDF3"/>
    </inkml:brush>
  </inkml:definitions>
  <inkml:trace contextRef="#ctx0" brushRef="#br0">1 4 24575,'2821'0'0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5:56.182"/>
    </inkml:context>
    <inkml:brush xml:id="br0">
      <inkml:brushProperty name="width" value="0.2" units="cm"/>
      <inkml:brushProperty name="height" value="0.2" units="cm"/>
      <inkml:brushProperty name="color" value="#FFFDF3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4:05:56.823"/>
    </inkml:context>
    <inkml:brush xml:id="br0">
      <inkml:brushProperty name="width" value="0.2" units="cm"/>
      <inkml:brushProperty name="height" value="0.2" units="cm"/>
      <inkml:brushProperty name="color" value="#FFFDF3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0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9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11.xml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36.png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" Type="http://schemas.openxmlformats.org/officeDocument/2006/relationships/image" Target="../media/image29.png"/><Relationship Id="rId21" Type="http://schemas.openxmlformats.org/officeDocument/2006/relationships/customXml" Target="../ink/ink19.xml"/><Relationship Id="rId7" Type="http://schemas.openxmlformats.org/officeDocument/2006/relationships/image" Target="../media/image33.png"/><Relationship Id="rId12" Type="http://schemas.openxmlformats.org/officeDocument/2006/relationships/customXml" Target="../ink/ink14.xml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16.xml"/><Relationship Id="rId20" Type="http://schemas.openxmlformats.org/officeDocument/2006/relationships/image" Target="../media/image39.png"/><Relationship Id="rId29" Type="http://schemas.openxmlformats.org/officeDocument/2006/relationships/customXml" Target="../ink/ink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24" Type="http://schemas.openxmlformats.org/officeDocument/2006/relationships/image" Target="../media/image41.png"/><Relationship Id="rId5" Type="http://schemas.openxmlformats.org/officeDocument/2006/relationships/image" Target="../media/image31.png"/><Relationship Id="rId15" Type="http://schemas.openxmlformats.org/officeDocument/2006/relationships/image" Target="../media/image37.png"/><Relationship Id="rId23" Type="http://schemas.openxmlformats.org/officeDocument/2006/relationships/customXml" Target="../ink/ink20.xml"/><Relationship Id="rId28" Type="http://schemas.openxmlformats.org/officeDocument/2006/relationships/image" Target="../media/image43.png"/><Relationship Id="rId10" Type="http://schemas.openxmlformats.org/officeDocument/2006/relationships/customXml" Target="../ink/ink13.xml"/><Relationship Id="rId19" Type="http://schemas.openxmlformats.org/officeDocument/2006/relationships/customXml" Target="../ink/ink18.xml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customXml" Target="../ink/ink15.xml"/><Relationship Id="rId22" Type="http://schemas.openxmlformats.org/officeDocument/2006/relationships/image" Target="../media/image40.png"/><Relationship Id="rId27" Type="http://schemas.openxmlformats.org/officeDocument/2006/relationships/customXml" Target="../ink/ink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E861403-DEA1-E7C5-7D17-838E916B3985}"/>
                  </a:ext>
                </a:extLst>
              </p14:cNvPr>
              <p14:cNvContentPartPr/>
              <p14:nvPr/>
            </p14:nvContentPartPr>
            <p14:xfrm>
              <a:off x="8541518" y="5564283"/>
              <a:ext cx="1900440" cy="672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E861403-DEA1-E7C5-7D17-838E916B39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8878" y="5501283"/>
                <a:ext cx="202608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FC310FC-C987-9279-545E-05B0D3815907}"/>
                  </a:ext>
                </a:extLst>
              </p14:cNvPr>
              <p14:cNvContentPartPr/>
              <p14:nvPr/>
            </p14:nvContentPartPr>
            <p14:xfrm>
              <a:off x="12833798" y="7837323"/>
              <a:ext cx="1609920" cy="304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FC310FC-C987-9279-545E-05B0D38159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71158" y="7774683"/>
                <a:ext cx="1735560" cy="42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DC16FF-1BC2-1A68-16B1-10C8A41B7764}"/>
                  </a:ext>
                </a:extLst>
              </p14:cNvPr>
              <p14:cNvContentPartPr/>
              <p14:nvPr/>
            </p14:nvContentPartPr>
            <p14:xfrm>
              <a:off x="12945398" y="7727883"/>
              <a:ext cx="1523160" cy="403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DC16FF-1BC2-1A68-16B1-10C8A41B7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82758" y="7664883"/>
                <a:ext cx="1648800" cy="52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60992F3-1811-E282-7339-3FEA1DDDE5A7}"/>
                  </a:ext>
                </a:extLst>
              </p14:cNvPr>
              <p14:cNvContentPartPr/>
              <p14:nvPr/>
            </p14:nvContentPartPr>
            <p14:xfrm>
              <a:off x="12927038" y="7782243"/>
              <a:ext cx="1513800" cy="314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60992F3-1811-E282-7339-3FEA1DDDE5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4398" y="7719243"/>
                <a:ext cx="1639440" cy="44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590113-3DA9-AA91-44B0-F5A055A60679}"/>
                  </a:ext>
                </a:extLst>
              </p14:cNvPr>
              <p14:cNvContentPartPr/>
              <p14:nvPr/>
            </p14:nvContentPartPr>
            <p14:xfrm>
              <a:off x="12912638" y="7701243"/>
              <a:ext cx="1551240" cy="38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590113-3DA9-AA91-44B0-F5A055A606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9998" y="7638243"/>
                <a:ext cx="1676880" cy="51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981A127-52CA-1353-67D8-4E34940BCA9D}"/>
                  </a:ext>
                </a:extLst>
              </p14:cNvPr>
              <p14:cNvContentPartPr/>
              <p14:nvPr/>
            </p14:nvContentPartPr>
            <p14:xfrm>
              <a:off x="12851438" y="7745523"/>
              <a:ext cx="1579320" cy="374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981A127-52CA-1353-67D8-4E34940BCA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8438" y="7682883"/>
                <a:ext cx="1704960" cy="50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1ECDF5F-7C37-24D7-C24C-5BD58E8D65D2}"/>
                  </a:ext>
                </a:extLst>
              </p14:cNvPr>
              <p14:cNvContentPartPr/>
              <p14:nvPr/>
            </p14:nvContentPartPr>
            <p14:xfrm>
              <a:off x="12772238" y="7682883"/>
              <a:ext cx="1726920" cy="447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1ECDF5F-7C37-24D7-C24C-5BD58E8D65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09238" y="7619883"/>
                <a:ext cx="1852560" cy="57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D7482E9-F8B7-45DA-7ADB-9FD11B26B0F1}"/>
                  </a:ext>
                </a:extLst>
              </p14:cNvPr>
              <p14:cNvContentPartPr/>
              <p14:nvPr/>
            </p14:nvContentPartPr>
            <p14:xfrm>
              <a:off x="12840998" y="7718523"/>
              <a:ext cx="1649880" cy="398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D7482E9-F8B7-45DA-7ADB-9FD11B26B0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78358" y="7655523"/>
                <a:ext cx="1775520" cy="52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1A9AB2-9DBE-6203-1144-87E544E8F653}"/>
                  </a:ext>
                </a:extLst>
              </p14:cNvPr>
              <p14:cNvContentPartPr/>
              <p14:nvPr/>
            </p14:nvContentPartPr>
            <p14:xfrm rot="-6923695">
              <a:off x="13043995" y="7837363"/>
              <a:ext cx="276206" cy="70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1A9AB2-9DBE-6203-1144-87E544E8F6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-6923695">
                <a:off x="12981057" y="7774435"/>
                <a:ext cx="401721" cy="195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B2AFA26-24DA-C77B-C842-1EDF308BE783}"/>
                  </a:ext>
                </a:extLst>
              </p14:cNvPr>
              <p14:cNvContentPartPr/>
              <p14:nvPr/>
            </p14:nvContentPartPr>
            <p14:xfrm>
              <a:off x="12863678" y="7769643"/>
              <a:ext cx="521280" cy="363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B2AFA26-24DA-C77B-C842-1EDF308BE7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00678" y="7707003"/>
                <a:ext cx="64692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33EF545-8273-931B-03E5-E2C4C9E58ED5}"/>
                  </a:ext>
                </a:extLst>
              </p14:cNvPr>
              <p14:cNvContentPartPr/>
              <p14:nvPr/>
            </p14:nvContentPartPr>
            <p14:xfrm>
              <a:off x="13254638" y="7739403"/>
              <a:ext cx="1208880" cy="380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33EF545-8273-931B-03E5-E2C4C9E58E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91638" y="7676403"/>
                <a:ext cx="1334520" cy="50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2F206F6-34A3-296C-640A-6A162FE358D3}"/>
                  </a:ext>
                </a:extLst>
              </p14:cNvPr>
              <p14:cNvContentPartPr/>
              <p14:nvPr/>
            </p14:nvContentPartPr>
            <p14:xfrm rot="-35400">
              <a:off x="13126559" y="7959842"/>
              <a:ext cx="1225278" cy="117122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2F206F6-34A3-296C-640A-6A162FE358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-35400">
                <a:off x="13063567" y="7896776"/>
                <a:ext cx="1350901" cy="242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DA468F9-CD1D-C335-B2EF-0ADAB573A28C}"/>
                  </a:ext>
                </a:extLst>
              </p14:cNvPr>
              <p14:cNvContentPartPr/>
              <p14:nvPr/>
            </p14:nvContentPartPr>
            <p14:xfrm>
              <a:off x="13001300" y="7837174"/>
              <a:ext cx="1467360" cy="227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DA468F9-CD1D-C335-B2EF-0ADAB573A2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38300" y="7774174"/>
                <a:ext cx="159300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FAD3E23-D963-11F6-D2C7-8CF46B9747B3}"/>
                  </a:ext>
                </a:extLst>
              </p14:cNvPr>
              <p14:cNvContentPartPr/>
              <p14:nvPr/>
            </p14:nvContentPartPr>
            <p14:xfrm>
              <a:off x="14028740" y="7892254"/>
              <a:ext cx="33840" cy="9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FAD3E23-D963-11F6-D2C7-8CF46B9747B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965740" y="7829614"/>
                <a:ext cx="1594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19B4B6C6-7B5A-A430-2BE7-61F957C45EFA}"/>
              </a:ext>
            </a:extLst>
          </p:cNvPr>
          <p:cNvGrpSpPr/>
          <p:nvPr/>
        </p:nvGrpSpPr>
        <p:grpSpPr>
          <a:xfrm>
            <a:off x="12861518" y="7900894"/>
            <a:ext cx="258480" cy="139109"/>
            <a:chOff x="12861518" y="7900894"/>
            <a:chExt cx="258480" cy="13910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F9E19A-6C23-5223-EC5C-227BCC99AF61}"/>
                    </a:ext>
                  </a:extLst>
                </p14:cNvPr>
                <p14:cNvContentPartPr/>
                <p14:nvPr/>
              </p14:nvContentPartPr>
              <p14:xfrm>
                <a:off x="13068980" y="7900894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F9E19A-6C23-5223-EC5C-227BCC99AF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05980" y="783789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E3640E-3001-3A64-5722-8B0892FCEF2C}"/>
                    </a:ext>
                  </a:extLst>
                </p14:cNvPr>
                <p14:cNvContentPartPr/>
                <p14:nvPr/>
              </p14:nvContentPartPr>
              <p14:xfrm>
                <a:off x="12979598" y="7917603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E3640E-3001-3A64-5722-8B0892FCEF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16598" y="78546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B1E2BD-CEC9-D195-6C3A-A7168FA94C92}"/>
                    </a:ext>
                  </a:extLst>
                </p14:cNvPr>
                <p14:cNvContentPartPr/>
                <p14:nvPr/>
              </p14:nvContentPartPr>
              <p14:xfrm>
                <a:off x="12861518" y="7971243"/>
                <a:ext cx="232200" cy="52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B1E2BD-CEC9-D195-6C3A-A7168FA94C9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798518" y="7908243"/>
                  <a:ext cx="357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65D0DF-690F-B6E2-1D1D-63C6D11F54C0}"/>
                    </a:ext>
                  </a:extLst>
                </p14:cNvPr>
                <p14:cNvContentPartPr/>
                <p14:nvPr/>
              </p14:nvContentPartPr>
              <p14:xfrm>
                <a:off x="12981398" y="8039643"/>
                <a:ext cx="12132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65D0DF-690F-B6E2-1D1D-63C6D11F54C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918758" y="7977003"/>
                  <a:ext cx="246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41A47C-D026-966B-D34D-B55A7C14A01B}"/>
                    </a:ext>
                  </a:extLst>
                </p14:cNvPr>
                <p14:cNvContentPartPr/>
                <p14:nvPr/>
              </p14:nvContentPartPr>
              <p14:xfrm>
                <a:off x="13046558" y="7928403"/>
                <a:ext cx="73440" cy="21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41A47C-D026-966B-D34D-B55A7C14A0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983558" y="7865403"/>
                  <a:ext cx="19908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27584FC-18A0-97AB-EC23-D3E6E220E7B0}"/>
                  </a:ext>
                </a:extLst>
              </p14:cNvPr>
              <p14:cNvContentPartPr/>
              <p14:nvPr/>
            </p14:nvContentPartPr>
            <p14:xfrm>
              <a:off x="13107990" y="7854075"/>
              <a:ext cx="641880" cy="28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27584FC-18A0-97AB-EC23-D3E6E220E7B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072350" y="7818435"/>
                <a:ext cx="7135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0122820-A847-B0C4-F619-0835B1E76C4B}"/>
                  </a:ext>
                </a:extLst>
              </p14:cNvPr>
              <p14:cNvContentPartPr/>
              <p14:nvPr/>
            </p14:nvContentPartPr>
            <p14:xfrm>
              <a:off x="12985950" y="7854075"/>
              <a:ext cx="1015920" cy="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0122820-A847-B0C4-F619-0835B1E76C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950310" y="7782075"/>
                <a:ext cx="108756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3332DBF1-A131-99DB-0E27-3FBDCBC67AFB}"/>
              </a:ext>
            </a:extLst>
          </p:cNvPr>
          <p:cNvGrpSpPr/>
          <p:nvPr/>
        </p:nvGrpSpPr>
        <p:grpSpPr>
          <a:xfrm>
            <a:off x="14032110" y="7848315"/>
            <a:ext cx="9720" cy="8280"/>
            <a:chOff x="14032110" y="7848315"/>
            <a:chExt cx="9720" cy="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F0FC83-440A-E340-3097-9FC2C0EF36FD}"/>
                    </a:ext>
                  </a:extLst>
                </p14:cNvPr>
                <p14:cNvContentPartPr/>
                <p14:nvPr/>
              </p14:nvContentPartPr>
              <p14:xfrm>
                <a:off x="14032110" y="7856235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F0FC83-440A-E340-3097-9FC2C0EF36F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996110" y="782023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FF4210-4556-F78A-8565-B8714FC3C8F7}"/>
                    </a:ext>
                  </a:extLst>
                </p14:cNvPr>
                <p14:cNvContentPartPr/>
                <p14:nvPr/>
              </p14:nvContentPartPr>
              <p14:xfrm>
                <a:off x="14041470" y="7848315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FF4210-4556-F78A-8565-B8714FC3C8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005830" y="781267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Libre Baskerville Light</vt:lpstr>
      <vt:lpstr>DM Sans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Atharv</dc:creator>
  <cp:lastModifiedBy>Atharv Pangul</cp:lastModifiedBy>
  <cp:revision>2</cp:revision>
  <dcterms:created xsi:type="dcterms:W3CDTF">2025-10-14T02:52:14Z</dcterms:created>
  <dcterms:modified xsi:type="dcterms:W3CDTF">2025-12-18T14:06:21Z</dcterms:modified>
</cp:coreProperties>
</file>